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189C0-1C4C-4612-B1F3-0678A6B8716E}" v="38" dt="2026-05-05T11:50:27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te Hansen" userId="e2fbc9eb-1f72-4e56-aacd-c5bbbe39b840" providerId="ADAL" clId="{A2F0E014-A1BD-493F-914B-9F6C0B0FEA44}"/>
    <pc:docChg chg="undo custSel modSld">
      <pc:chgData name="Malte Hansen" userId="e2fbc9eb-1f72-4e56-aacd-c5bbbe39b840" providerId="ADAL" clId="{A2F0E014-A1BD-493F-914B-9F6C0B0FEA44}" dt="2026-05-05T11:50:45.368" v="581" actId="13822"/>
      <pc:docMkLst>
        <pc:docMk/>
      </pc:docMkLst>
      <pc:sldChg chg="addSp delSp modSp mod">
        <pc:chgData name="Malte Hansen" userId="e2fbc9eb-1f72-4e56-aacd-c5bbbe39b840" providerId="ADAL" clId="{A2F0E014-A1BD-493F-914B-9F6C0B0FEA44}" dt="2026-05-05T11:50:45.368" v="581" actId="13822"/>
        <pc:sldMkLst>
          <pc:docMk/>
          <pc:sldMk cId="1913651356" sldId="256"/>
        </pc:sldMkLst>
        <pc:spChg chg="del">
          <ac:chgData name="Malte Hansen" userId="e2fbc9eb-1f72-4e56-aacd-c5bbbe39b840" providerId="ADAL" clId="{A2F0E014-A1BD-493F-914B-9F6C0B0FEA44}" dt="2026-05-05T10:40:55.478" v="0" actId="21"/>
          <ac:spMkLst>
            <pc:docMk/>
            <pc:sldMk cId="1913651356" sldId="256"/>
            <ac:spMk id="2" creationId="{9EB15835-7A55-2A16-4514-C552564F4BCF}"/>
          </ac:spMkLst>
        </pc:spChg>
        <pc:spChg chg="del">
          <ac:chgData name="Malte Hansen" userId="e2fbc9eb-1f72-4e56-aacd-c5bbbe39b840" providerId="ADAL" clId="{A2F0E014-A1BD-493F-914B-9F6C0B0FEA44}" dt="2026-05-05T10:40:59.696" v="1" actId="21"/>
          <ac:spMkLst>
            <pc:docMk/>
            <pc:sldMk cId="1913651356" sldId="256"/>
            <ac:spMk id="3" creationId="{013FAAA3-17F0-3EA3-02B4-2DE9C3BF156B}"/>
          </ac:spMkLst>
        </pc:spChg>
        <pc:spChg chg="add mod topLvl">
          <ac:chgData name="Malte Hansen" userId="e2fbc9eb-1f72-4e56-aacd-c5bbbe39b840" providerId="ADAL" clId="{A2F0E014-A1BD-493F-914B-9F6C0B0FEA44}" dt="2026-05-05T11:46:45.467" v="540"/>
          <ac:spMkLst>
            <pc:docMk/>
            <pc:sldMk cId="1913651356" sldId="256"/>
            <ac:spMk id="4" creationId="{6814767B-0783-F40C-C088-0D3F8E6482AE}"/>
          </ac:spMkLst>
        </pc:spChg>
        <pc:spChg chg="add mod topLvl">
          <ac:chgData name="Malte Hansen" userId="e2fbc9eb-1f72-4e56-aacd-c5bbbe39b840" providerId="ADAL" clId="{A2F0E014-A1BD-493F-914B-9F6C0B0FEA44}" dt="2026-05-05T11:45:59.676" v="534"/>
          <ac:spMkLst>
            <pc:docMk/>
            <pc:sldMk cId="1913651356" sldId="256"/>
            <ac:spMk id="5" creationId="{F0D813E4-EC22-E518-18EB-5E5DE4C554F8}"/>
          </ac:spMkLst>
        </pc:spChg>
        <pc:spChg chg="add mod topLvl">
          <ac:chgData name="Malte Hansen" userId="e2fbc9eb-1f72-4e56-aacd-c5bbbe39b840" providerId="ADAL" clId="{A2F0E014-A1BD-493F-914B-9F6C0B0FEA44}" dt="2026-05-05T11:46:50.041" v="542"/>
          <ac:spMkLst>
            <pc:docMk/>
            <pc:sldMk cId="1913651356" sldId="256"/>
            <ac:spMk id="6" creationId="{A2BCEB2F-12D8-D5B4-1834-87486F885E98}"/>
          </ac:spMkLst>
        </pc:spChg>
        <pc:spChg chg="add mod topLvl">
          <ac:chgData name="Malte Hansen" userId="e2fbc9eb-1f72-4e56-aacd-c5bbbe39b840" providerId="ADAL" clId="{A2F0E014-A1BD-493F-914B-9F6C0B0FEA44}" dt="2026-05-05T11:26:45.032" v="416" actId="164"/>
          <ac:spMkLst>
            <pc:docMk/>
            <pc:sldMk cId="1913651356" sldId="256"/>
            <ac:spMk id="7" creationId="{C5D8EAD3-B018-605A-1B0C-E2218D1A91B2}"/>
          </ac:spMkLst>
        </pc:spChg>
        <pc:spChg chg="add del">
          <ac:chgData name="Malte Hansen" userId="e2fbc9eb-1f72-4e56-aacd-c5bbbe39b840" providerId="ADAL" clId="{A2F0E014-A1BD-493F-914B-9F6C0B0FEA44}" dt="2026-05-05T10:49:22.457" v="29" actId="11529"/>
          <ac:spMkLst>
            <pc:docMk/>
            <pc:sldMk cId="1913651356" sldId="256"/>
            <ac:spMk id="21" creationId="{67C9DBF8-59B3-5FC6-ECB6-A525B1243708}"/>
          </ac:spMkLst>
        </pc:spChg>
        <pc:spChg chg="add del mod">
          <ac:chgData name="Malte Hansen" userId="e2fbc9eb-1f72-4e56-aacd-c5bbbe39b840" providerId="ADAL" clId="{A2F0E014-A1BD-493F-914B-9F6C0B0FEA44}" dt="2026-05-05T10:49:33.506" v="32" actId="21"/>
          <ac:spMkLst>
            <pc:docMk/>
            <pc:sldMk cId="1913651356" sldId="256"/>
            <ac:spMk id="22" creationId="{B1E735B2-69C0-94F0-4755-8774B63B8505}"/>
          </ac:spMkLst>
        </pc:spChg>
        <pc:spChg chg="add mod topLvl">
          <ac:chgData name="Malte Hansen" userId="e2fbc9eb-1f72-4e56-aacd-c5bbbe39b840" providerId="ADAL" clId="{A2F0E014-A1BD-493F-914B-9F6C0B0FEA44}" dt="2026-05-05T11:46:50.041" v="542"/>
          <ac:spMkLst>
            <pc:docMk/>
            <pc:sldMk cId="1913651356" sldId="256"/>
            <ac:spMk id="24" creationId="{B9CC57FA-F63C-464C-AC90-408AD39B565A}"/>
          </ac:spMkLst>
        </pc:spChg>
        <pc:spChg chg="add mod topLvl">
          <ac:chgData name="Malte Hansen" userId="e2fbc9eb-1f72-4e56-aacd-c5bbbe39b840" providerId="ADAL" clId="{A2F0E014-A1BD-493F-914B-9F6C0B0FEA44}" dt="2026-05-05T11:46:50.041" v="542"/>
          <ac:spMkLst>
            <pc:docMk/>
            <pc:sldMk cId="1913651356" sldId="256"/>
            <ac:spMk id="25" creationId="{4D832E5E-136E-5381-B4A6-510DCE1FEF0C}"/>
          </ac:spMkLst>
        </pc:spChg>
        <pc:spChg chg="add del mod">
          <ac:chgData name="Malte Hansen" userId="e2fbc9eb-1f72-4e56-aacd-c5bbbe39b840" providerId="ADAL" clId="{A2F0E014-A1BD-493F-914B-9F6C0B0FEA44}" dt="2026-05-05T11:01:55.321" v="173" actId="21"/>
          <ac:spMkLst>
            <pc:docMk/>
            <pc:sldMk cId="1913651356" sldId="256"/>
            <ac:spMk id="52" creationId="{C599A5F0-D7B6-681D-9F4E-251C35E44933}"/>
          </ac:spMkLst>
        </pc:spChg>
        <pc:spChg chg="add del mod">
          <ac:chgData name="Malte Hansen" userId="e2fbc9eb-1f72-4e56-aacd-c5bbbe39b840" providerId="ADAL" clId="{A2F0E014-A1BD-493F-914B-9F6C0B0FEA44}" dt="2026-05-05T11:01:35.741" v="171" actId="478"/>
          <ac:spMkLst>
            <pc:docMk/>
            <pc:sldMk cId="1913651356" sldId="256"/>
            <ac:spMk id="53" creationId="{FF2BFCB3-C6F8-FE2C-3CAA-7F0AA14E251D}"/>
          </ac:spMkLst>
        </pc:spChg>
        <pc:spChg chg="add mod topLvl">
          <ac:chgData name="Malte Hansen" userId="e2fbc9eb-1f72-4e56-aacd-c5bbbe39b840" providerId="ADAL" clId="{A2F0E014-A1BD-493F-914B-9F6C0B0FEA44}" dt="2026-05-05T11:45:59.676" v="534"/>
          <ac:spMkLst>
            <pc:docMk/>
            <pc:sldMk cId="1913651356" sldId="256"/>
            <ac:spMk id="54" creationId="{DFFE57D5-58A5-4A89-EFB5-F0F4C179224D}"/>
          </ac:spMkLst>
        </pc:spChg>
        <pc:spChg chg="add mod topLvl">
          <ac:chgData name="Malte Hansen" userId="e2fbc9eb-1f72-4e56-aacd-c5bbbe39b840" providerId="ADAL" clId="{A2F0E014-A1BD-493F-914B-9F6C0B0FEA44}" dt="2026-05-05T11:46:50.041" v="542"/>
          <ac:spMkLst>
            <pc:docMk/>
            <pc:sldMk cId="1913651356" sldId="256"/>
            <ac:spMk id="111" creationId="{2D86E45E-E479-1CC8-4526-F561E796C416}"/>
          </ac:spMkLst>
        </pc:spChg>
        <pc:spChg chg="add del mod">
          <ac:chgData name="Malte Hansen" userId="e2fbc9eb-1f72-4e56-aacd-c5bbbe39b840" providerId="ADAL" clId="{A2F0E014-A1BD-493F-914B-9F6C0B0FEA44}" dt="2026-05-05T11:19:22.209" v="346" actId="21"/>
          <ac:spMkLst>
            <pc:docMk/>
            <pc:sldMk cId="1913651356" sldId="256"/>
            <ac:spMk id="129" creationId="{EF9D40A8-FE76-8995-A9CA-AC1139938983}"/>
          </ac:spMkLst>
        </pc:spChg>
        <pc:spChg chg="add mod">
          <ac:chgData name="Malte Hansen" userId="e2fbc9eb-1f72-4e56-aacd-c5bbbe39b840" providerId="ADAL" clId="{A2F0E014-A1BD-493F-914B-9F6C0B0FEA44}" dt="2026-05-05T11:46:50.041" v="542"/>
          <ac:spMkLst>
            <pc:docMk/>
            <pc:sldMk cId="1913651356" sldId="256"/>
            <ac:spMk id="132" creationId="{3469F32C-EAF8-74C6-BC2A-18B72550A539}"/>
          </ac:spMkLst>
        </pc:spChg>
        <pc:spChg chg="add del mod">
          <ac:chgData name="Malte Hansen" userId="e2fbc9eb-1f72-4e56-aacd-c5bbbe39b840" providerId="ADAL" clId="{A2F0E014-A1BD-493F-914B-9F6C0B0FEA44}" dt="2026-05-05T11:22:44.140" v="357" actId="21"/>
          <ac:spMkLst>
            <pc:docMk/>
            <pc:sldMk cId="1913651356" sldId="256"/>
            <ac:spMk id="133" creationId="{CFC999AB-EE5D-6899-0A29-8CE81BC5D395}"/>
          </ac:spMkLst>
        </pc:spChg>
        <pc:spChg chg="add mod ord">
          <ac:chgData name="Malte Hansen" userId="e2fbc9eb-1f72-4e56-aacd-c5bbbe39b840" providerId="ADAL" clId="{A2F0E014-A1BD-493F-914B-9F6C0B0FEA44}" dt="2026-05-05T11:45:59.676" v="534"/>
          <ac:spMkLst>
            <pc:docMk/>
            <pc:sldMk cId="1913651356" sldId="256"/>
            <ac:spMk id="134" creationId="{D0F8105A-A570-D521-28A7-7D375D73F45C}"/>
          </ac:spMkLst>
        </pc:spChg>
        <pc:spChg chg="add mod">
          <ac:chgData name="Malte Hansen" userId="e2fbc9eb-1f72-4e56-aacd-c5bbbe39b840" providerId="ADAL" clId="{A2F0E014-A1BD-493F-914B-9F6C0B0FEA44}" dt="2026-05-05T11:46:50.041" v="542"/>
          <ac:spMkLst>
            <pc:docMk/>
            <pc:sldMk cId="1913651356" sldId="256"/>
            <ac:spMk id="158" creationId="{4582A449-4888-087B-10EC-E8CAACDB267C}"/>
          </ac:spMkLst>
        </pc:spChg>
        <pc:spChg chg="add mod">
          <ac:chgData name="Malte Hansen" userId="e2fbc9eb-1f72-4e56-aacd-c5bbbe39b840" providerId="ADAL" clId="{A2F0E014-A1BD-493F-914B-9F6C0B0FEA44}" dt="2026-05-05T11:46:32.787" v="539" actId="164"/>
          <ac:spMkLst>
            <pc:docMk/>
            <pc:sldMk cId="1913651356" sldId="256"/>
            <ac:spMk id="159" creationId="{1ECBC63F-6461-2AAE-2A47-D0C3AE6DB577}"/>
          </ac:spMkLst>
        </pc:spChg>
        <pc:spChg chg="add mod">
          <ac:chgData name="Malte Hansen" userId="e2fbc9eb-1f72-4e56-aacd-c5bbbe39b840" providerId="ADAL" clId="{A2F0E014-A1BD-493F-914B-9F6C0B0FEA44}" dt="2026-05-05T11:46:32.787" v="539" actId="164"/>
          <ac:spMkLst>
            <pc:docMk/>
            <pc:sldMk cId="1913651356" sldId="256"/>
            <ac:spMk id="162" creationId="{DCC2C8D1-F33F-CE04-C68F-68947F062974}"/>
          </ac:spMkLst>
        </pc:spChg>
        <pc:spChg chg="add mod">
          <ac:chgData name="Malte Hansen" userId="e2fbc9eb-1f72-4e56-aacd-c5bbbe39b840" providerId="ADAL" clId="{A2F0E014-A1BD-493F-914B-9F6C0B0FEA44}" dt="2026-05-05T11:46:32.787" v="539" actId="164"/>
          <ac:spMkLst>
            <pc:docMk/>
            <pc:sldMk cId="1913651356" sldId="256"/>
            <ac:spMk id="163" creationId="{BCBFEE1B-4640-C28E-E5D4-02F9564952D3}"/>
          </ac:spMkLst>
        </pc:spChg>
        <pc:spChg chg="add mod">
          <ac:chgData name="Malte Hansen" userId="e2fbc9eb-1f72-4e56-aacd-c5bbbe39b840" providerId="ADAL" clId="{A2F0E014-A1BD-493F-914B-9F6C0B0FEA44}" dt="2026-05-05T11:46:50.041" v="542"/>
          <ac:spMkLst>
            <pc:docMk/>
            <pc:sldMk cId="1913651356" sldId="256"/>
            <ac:spMk id="164" creationId="{0DDDC372-56D0-F733-35EE-8A8318D98F7D}"/>
          </ac:spMkLst>
        </pc:spChg>
        <pc:spChg chg="add mod">
          <ac:chgData name="Malte Hansen" userId="e2fbc9eb-1f72-4e56-aacd-c5bbbe39b840" providerId="ADAL" clId="{A2F0E014-A1BD-493F-914B-9F6C0B0FEA44}" dt="2026-05-05T11:50:14.279" v="578" actId="1076"/>
          <ac:spMkLst>
            <pc:docMk/>
            <pc:sldMk cId="1913651356" sldId="256"/>
            <ac:spMk id="165" creationId="{626CA88C-7FEB-F802-78AF-2F47DF9600E9}"/>
          </ac:spMkLst>
        </pc:spChg>
        <pc:spChg chg="add mod">
          <ac:chgData name="Malte Hansen" userId="e2fbc9eb-1f72-4e56-aacd-c5bbbe39b840" providerId="ADAL" clId="{A2F0E014-A1BD-493F-914B-9F6C0B0FEA44}" dt="2026-05-05T11:47:18.056" v="547" actId="688"/>
          <ac:spMkLst>
            <pc:docMk/>
            <pc:sldMk cId="1913651356" sldId="256"/>
            <ac:spMk id="166" creationId="{D3FD03BE-B787-B8A8-2212-3F9B24957F21}"/>
          </ac:spMkLst>
        </pc:spChg>
        <pc:spChg chg="add mod">
          <ac:chgData name="Malte Hansen" userId="e2fbc9eb-1f72-4e56-aacd-c5bbbe39b840" providerId="ADAL" clId="{A2F0E014-A1BD-493F-914B-9F6C0B0FEA44}" dt="2026-05-05T11:46:14.783" v="538"/>
          <ac:spMkLst>
            <pc:docMk/>
            <pc:sldMk cId="1913651356" sldId="256"/>
            <ac:spMk id="167" creationId="{17F4DC3B-A637-3589-6B89-23D3F9A7A91E}"/>
          </ac:spMkLst>
        </pc:spChg>
        <pc:spChg chg="add mod">
          <ac:chgData name="Malte Hansen" userId="e2fbc9eb-1f72-4e56-aacd-c5bbbe39b840" providerId="ADAL" clId="{A2F0E014-A1BD-493F-914B-9F6C0B0FEA44}" dt="2026-05-05T11:47:45.403" v="550" actId="1076"/>
          <ac:spMkLst>
            <pc:docMk/>
            <pc:sldMk cId="1913651356" sldId="256"/>
            <ac:spMk id="169" creationId="{43F8C14B-DE60-5F27-8D29-C62774FA7151}"/>
          </ac:spMkLst>
        </pc:spChg>
        <pc:spChg chg="add mod">
          <ac:chgData name="Malte Hansen" userId="e2fbc9eb-1f72-4e56-aacd-c5bbbe39b840" providerId="ADAL" clId="{A2F0E014-A1BD-493F-914B-9F6C0B0FEA44}" dt="2026-05-05T11:50:21.610" v="579" actId="1076"/>
          <ac:spMkLst>
            <pc:docMk/>
            <pc:sldMk cId="1913651356" sldId="256"/>
            <ac:spMk id="170" creationId="{85E8C84A-6AE7-4576-D472-7309B0675042}"/>
          </ac:spMkLst>
        </pc:spChg>
        <pc:grpChg chg="add del mod topLvl">
          <ac:chgData name="Malte Hansen" userId="e2fbc9eb-1f72-4e56-aacd-c5bbbe39b840" providerId="ADAL" clId="{A2F0E014-A1BD-493F-914B-9F6C0B0FEA44}" dt="2026-05-05T11:15:26.033" v="323" actId="165"/>
          <ac:grpSpMkLst>
            <pc:docMk/>
            <pc:sldMk cId="1913651356" sldId="256"/>
            <ac:grpSpMk id="23" creationId="{D78A730F-EDDF-8702-D72B-0D1483CCB88F}"/>
          </ac:grpSpMkLst>
        </pc:grpChg>
        <pc:grpChg chg="add del mod">
          <ac:chgData name="Malte Hansen" userId="e2fbc9eb-1f72-4e56-aacd-c5bbbe39b840" providerId="ADAL" clId="{A2F0E014-A1BD-493F-914B-9F6C0B0FEA44}" dt="2026-05-05T11:08:39.447" v="249" actId="21"/>
          <ac:grpSpMkLst>
            <pc:docMk/>
            <pc:sldMk cId="1913651356" sldId="256"/>
            <ac:grpSpMk id="51" creationId="{0364B6CE-6319-DA37-3D2A-C58EA7020052}"/>
          </ac:grpSpMkLst>
        </pc:grpChg>
        <pc:grpChg chg="mod">
          <ac:chgData name="Malte Hansen" userId="e2fbc9eb-1f72-4e56-aacd-c5bbbe39b840" providerId="ADAL" clId="{A2F0E014-A1BD-493F-914B-9F6C0B0FEA44}" dt="2026-05-05T11:46:32.787" v="539" actId="164"/>
          <ac:grpSpMkLst>
            <pc:docMk/>
            <pc:sldMk cId="1913651356" sldId="256"/>
            <ac:grpSpMk id="135" creationId="{E4882EA7-5F48-A317-041F-C5F8798A6B09}"/>
          </ac:grpSpMkLst>
        </pc:grpChg>
        <pc:grpChg chg="add mod">
          <ac:chgData name="Malte Hansen" userId="e2fbc9eb-1f72-4e56-aacd-c5bbbe39b840" providerId="ADAL" clId="{A2F0E014-A1BD-493F-914B-9F6C0B0FEA44}" dt="2026-05-05T11:50:27.215" v="580" actId="164"/>
          <ac:grpSpMkLst>
            <pc:docMk/>
            <pc:sldMk cId="1913651356" sldId="256"/>
            <ac:grpSpMk id="168" creationId="{A7C52BBE-F462-0C7D-41CC-54BFEC41BD2A}"/>
          </ac:grpSpMkLst>
        </pc:grpChg>
        <pc:grpChg chg="add mod">
          <ac:chgData name="Malte Hansen" userId="e2fbc9eb-1f72-4e56-aacd-c5bbbe39b840" providerId="ADAL" clId="{A2F0E014-A1BD-493F-914B-9F6C0B0FEA44}" dt="2026-05-05T11:50:27.215" v="580" actId="164"/>
          <ac:grpSpMkLst>
            <pc:docMk/>
            <pc:sldMk cId="1913651356" sldId="256"/>
            <ac:grpSpMk id="190" creationId="{2F4DFEBD-3EA2-B74A-11D9-391147CC5163}"/>
          </ac:grpSpMkLst>
        </pc:grpChg>
        <pc:cxnChg chg="add del mod">
          <ac:chgData name="Malte Hansen" userId="e2fbc9eb-1f72-4e56-aacd-c5bbbe39b840" providerId="ADAL" clId="{A2F0E014-A1BD-493F-914B-9F6C0B0FEA44}" dt="2026-05-05T11:08:49.719" v="250" actId="21"/>
          <ac:cxnSpMkLst>
            <pc:docMk/>
            <pc:sldMk cId="1913651356" sldId="256"/>
            <ac:cxnSpMk id="9" creationId="{C4EBE703-BA87-A631-5469-2803F2C2DA17}"/>
          </ac:cxnSpMkLst>
        </pc:cxnChg>
        <pc:cxnChg chg="add del mod">
          <ac:chgData name="Malte Hansen" userId="e2fbc9eb-1f72-4e56-aacd-c5bbbe39b840" providerId="ADAL" clId="{A2F0E014-A1BD-493F-914B-9F6C0B0FEA44}" dt="2026-05-05T10:43:42.861" v="17" actId="11529"/>
          <ac:cxnSpMkLst>
            <pc:docMk/>
            <pc:sldMk cId="1913651356" sldId="256"/>
            <ac:cxnSpMk id="11" creationId="{35F5540F-998D-4880-C60A-DE78CFC2BB79}"/>
          </ac:cxnSpMkLst>
        </pc:cxnChg>
        <pc:cxnChg chg="add del mod">
          <ac:chgData name="Malte Hansen" userId="e2fbc9eb-1f72-4e56-aacd-c5bbbe39b840" providerId="ADAL" clId="{A2F0E014-A1BD-493F-914B-9F6C0B0FEA44}" dt="2026-05-05T11:08:29.368" v="244" actId="21"/>
          <ac:cxnSpMkLst>
            <pc:docMk/>
            <pc:sldMk cId="1913651356" sldId="256"/>
            <ac:cxnSpMk id="13" creationId="{D8C6067B-4A01-834D-48D4-2A12E65CD9C5}"/>
          </ac:cxnSpMkLst>
        </pc:cxnChg>
        <pc:cxnChg chg="add del mod">
          <ac:chgData name="Malte Hansen" userId="e2fbc9eb-1f72-4e56-aacd-c5bbbe39b840" providerId="ADAL" clId="{A2F0E014-A1BD-493F-914B-9F6C0B0FEA44}" dt="2026-05-05T10:44:15.412" v="21" actId="21"/>
          <ac:cxnSpMkLst>
            <pc:docMk/>
            <pc:sldMk cId="1913651356" sldId="256"/>
            <ac:cxnSpMk id="14" creationId="{4A41C29E-8926-02AF-99F2-BBDEB49EB106}"/>
          </ac:cxnSpMkLst>
        </pc:cxnChg>
        <pc:cxnChg chg="add del mod">
          <ac:chgData name="Malte Hansen" userId="e2fbc9eb-1f72-4e56-aacd-c5bbbe39b840" providerId="ADAL" clId="{A2F0E014-A1BD-493F-914B-9F6C0B0FEA44}" dt="2026-05-05T11:08:33.725" v="246" actId="21"/>
          <ac:cxnSpMkLst>
            <pc:docMk/>
            <pc:sldMk cId="1913651356" sldId="256"/>
            <ac:cxnSpMk id="16" creationId="{0FDC4890-06AD-A37C-CF84-2D0646C89900}"/>
          </ac:cxnSpMkLst>
        </pc:cxnChg>
        <pc:cxnChg chg="add del mod">
          <ac:chgData name="Malte Hansen" userId="e2fbc9eb-1f72-4e56-aacd-c5bbbe39b840" providerId="ADAL" clId="{A2F0E014-A1BD-493F-914B-9F6C0B0FEA44}" dt="2026-05-05T11:08:35.707" v="247" actId="21"/>
          <ac:cxnSpMkLst>
            <pc:docMk/>
            <pc:sldMk cId="1913651356" sldId="256"/>
            <ac:cxnSpMk id="18" creationId="{E01246BF-703C-D928-7CBB-C8AE79E57A07}"/>
          </ac:cxnSpMkLst>
        </pc:cxnChg>
        <pc:cxnChg chg="add del">
          <ac:chgData name="Malte Hansen" userId="e2fbc9eb-1f72-4e56-aacd-c5bbbe39b840" providerId="ADAL" clId="{A2F0E014-A1BD-493F-914B-9F6C0B0FEA44}" dt="2026-05-05T10:51:16.438" v="44" actId="11529"/>
          <ac:cxnSpMkLst>
            <pc:docMk/>
            <pc:sldMk cId="1913651356" sldId="256"/>
            <ac:cxnSpMk id="27" creationId="{670DC784-1D0F-1B6E-052E-E99770747BC1}"/>
          </ac:cxnSpMkLst>
        </pc:cxnChg>
        <pc:cxnChg chg="add del mod">
          <ac:chgData name="Malte Hansen" userId="e2fbc9eb-1f72-4e56-aacd-c5bbbe39b840" providerId="ADAL" clId="{A2F0E014-A1BD-493F-914B-9F6C0B0FEA44}" dt="2026-05-05T11:08:37.515" v="248" actId="21"/>
          <ac:cxnSpMkLst>
            <pc:docMk/>
            <pc:sldMk cId="1913651356" sldId="256"/>
            <ac:cxnSpMk id="33" creationId="{85D79D36-63C9-6ADC-4F23-18AC659E3277}"/>
          </ac:cxnSpMkLst>
        </pc:cxnChg>
        <pc:cxnChg chg="add del mod">
          <ac:chgData name="Malte Hansen" userId="e2fbc9eb-1f72-4e56-aacd-c5bbbe39b840" providerId="ADAL" clId="{A2F0E014-A1BD-493F-914B-9F6C0B0FEA44}" dt="2026-05-05T10:52:20.164" v="52" actId="21"/>
          <ac:cxnSpMkLst>
            <pc:docMk/>
            <pc:sldMk cId="1913651356" sldId="256"/>
            <ac:cxnSpMk id="36" creationId="{3C5EFA33-A3F6-4DE3-2F18-B9E8133E5C4D}"/>
          </ac:cxnSpMkLst>
        </pc:cxnChg>
        <pc:cxnChg chg="add del mod">
          <ac:chgData name="Malte Hansen" userId="e2fbc9eb-1f72-4e56-aacd-c5bbbe39b840" providerId="ADAL" clId="{A2F0E014-A1BD-493F-914B-9F6C0B0FEA44}" dt="2026-05-05T10:52:34.888" v="54" actId="11529"/>
          <ac:cxnSpMkLst>
            <pc:docMk/>
            <pc:sldMk cId="1913651356" sldId="256"/>
            <ac:cxnSpMk id="38" creationId="{3F68E01D-EA9C-A58B-61D7-3E1810EC415F}"/>
          </ac:cxnSpMkLst>
        </pc:cxnChg>
        <pc:cxnChg chg="add del mod topLvl">
          <ac:chgData name="Malte Hansen" userId="e2fbc9eb-1f72-4e56-aacd-c5bbbe39b840" providerId="ADAL" clId="{A2F0E014-A1BD-493F-914B-9F6C0B0FEA44}" dt="2026-05-05T11:08:39.447" v="249" actId="21"/>
          <ac:cxnSpMkLst>
            <pc:docMk/>
            <pc:sldMk cId="1913651356" sldId="256"/>
            <ac:cxnSpMk id="40" creationId="{E0949370-ECFB-25A2-4415-FA359DC158B5}"/>
          </ac:cxnSpMkLst>
        </pc:cxnChg>
        <pc:cxnChg chg="add del mod">
          <ac:chgData name="Malte Hansen" userId="e2fbc9eb-1f72-4e56-aacd-c5bbbe39b840" providerId="ADAL" clId="{A2F0E014-A1BD-493F-914B-9F6C0B0FEA44}" dt="2026-05-05T11:08:32.017" v="245" actId="21"/>
          <ac:cxnSpMkLst>
            <pc:docMk/>
            <pc:sldMk cId="1913651356" sldId="256"/>
            <ac:cxnSpMk id="42" creationId="{94AEF1F8-0928-E02F-D557-54B6DEC10740}"/>
          </ac:cxnSpMkLst>
        </pc:cxnChg>
        <pc:cxnChg chg="add del mod">
          <ac:chgData name="Malte Hansen" userId="e2fbc9eb-1f72-4e56-aacd-c5bbbe39b840" providerId="ADAL" clId="{A2F0E014-A1BD-493F-914B-9F6C0B0FEA44}" dt="2026-05-05T11:08:25.611" v="241" actId="21"/>
          <ac:cxnSpMkLst>
            <pc:docMk/>
            <pc:sldMk cId="1913651356" sldId="256"/>
            <ac:cxnSpMk id="44" creationId="{6E04FE43-4EFA-8E4B-1DFD-4824F9F4F05C}"/>
          </ac:cxnSpMkLst>
        </pc:cxnChg>
        <pc:cxnChg chg="add del mod">
          <ac:chgData name="Malte Hansen" userId="e2fbc9eb-1f72-4e56-aacd-c5bbbe39b840" providerId="ADAL" clId="{A2F0E014-A1BD-493F-914B-9F6C0B0FEA44}" dt="2026-05-05T11:08:21.392" v="237" actId="11529"/>
          <ac:cxnSpMkLst>
            <pc:docMk/>
            <pc:sldMk cId="1913651356" sldId="256"/>
            <ac:cxnSpMk id="63" creationId="{254870EF-A217-59D2-3248-8AEB4FD13034}"/>
          </ac:cxnSpMkLst>
        </pc:cxnChg>
        <pc:cxnChg chg="add del mod">
          <ac:chgData name="Malte Hansen" userId="e2fbc9eb-1f72-4e56-aacd-c5bbbe39b840" providerId="ADAL" clId="{A2F0E014-A1BD-493F-914B-9F6C0B0FEA44}" dt="2026-05-05T11:07:15.925" v="219" actId="11529"/>
          <ac:cxnSpMkLst>
            <pc:docMk/>
            <pc:sldMk cId="1913651356" sldId="256"/>
            <ac:cxnSpMk id="66" creationId="{4DB0E5EB-C8C0-FF05-3BDC-6CD8310018EB}"/>
          </ac:cxnSpMkLst>
        </pc:cxnChg>
        <pc:cxnChg chg="add del mod">
          <ac:chgData name="Malte Hansen" userId="e2fbc9eb-1f72-4e56-aacd-c5bbbe39b840" providerId="ADAL" clId="{A2F0E014-A1BD-493F-914B-9F6C0B0FEA44}" dt="2026-05-05T11:05:32.071" v="202" actId="11529"/>
          <ac:cxnSpMkLst>
            <pc:docMk/>
            <pc:sldMk cId="1913651356" sldId="256"/>
            <ac:cxnSpMk id="70" creationId="{FA298F1E-9280-B227-5E6D-22F11187F331}"/>
          </ac:cxnSpMkLst>
        </pc:cxnChg>
        <pc:cxnChg chg="add del mod">
          <ac:chgData name="Malte Hansen" userId="e2fbc9eb-1f72-4e56-aacd-c5bbbe39b840" providerId="ADAL" clId="{A2F0E014-A1BD-493F-914B-9F6C0B0FEA44}" dt="2026-05-05T11:05:57.053" v="206" actId="11529"/>
          <ac:cxnSpMkLst>
            <pc:docMk/>
            <pc:sldMk cId="1913651356" sldId="256"/>
            <ac:cxnSpMk id="72" creationId="{FE729733-9D86-352A-C21B-10F13C80C176}"/>
          </ac:cxnSpMkLst>
        </pc:cxnChg>
        <pc:cxnChg chg="add del mod">
          <ac:chgData name="Malte Hansen" userId="e2fbc9eb-1f72-4e56-aacd-c5bbbe39b840" providerId="ADAL" clId="{A2F0E014-A1BD-493F-914B-9F6C0B0FEA44}" dt="2026-05-05T11:06:11.132" v="208" actId="11529"/>
          <ac:cxnSpMkLst>
            <pc:docMk/>
            <pc:sldMk cId="1913651356" sldId="256"/>
            <ac:cxnSpMk id="75" creationId="{0E819C60-2913-9A02-B477-62BD221E0099}"/>
          </ac:cxnSpMkLst>
        </pc:cxnChg>
        <pc:cxnChg chg="add del mod">
          <ac:chgData name="Malte Hansen" userId="e2fbc9eb-1f72-4e56-aacd-c5bbbe39b840" providerId="ADAL" clId="{A2F0E014-A1BD-493F-914B-9F6C0B0FEA44}" dt="2026-05-05T11:07:14.244" v="216" actId="11529"/>
          <ac:cxnSpMkLst>
            <pc:docMk/>
            <pc:sldMk cId="1913651356" sldId="256"/>
            <ac:cxnSpMk id="77" creationId="{DE29D5F7-19BE-C513-B11F-D8D95DBF9D53}"/>
          </ac:cxnSpMkLst>
        </pc:cxnChg>
        <pc:cxnChg chg="add del mod">
          <ac:chgData name="Malte Hansen" userId="e2fbc9eb-1f72-4e56-aacd-c5bbbe39b840" providerId="ADAL" clId="{A2F0E014-A1BD-493F-914B-9F6C0B0FEA44}" dt="2026-05-05T11:15:45.872" v="325" actId="21"/>
          <ac:cxnSpMkLst>
            <pc:docMk/>
            <pc:sldMk cId="1913651356" sldId="256"/>
            <ac:cxnSpMk id="89" creationId="{0AFDAB69-BEBE-60D1-FEE1-49DDB8A021B3}"/>
          </ac:cxnSpMkLst>
        </pc:cxnChg>
        <pc:cxnChg chg="add mod">
          <ac:chgData name="Malte Hansen" userId="e2fbc9eb-1f72-4e56-aacd-c5bbbe39b840" providerId="ADAL" clId="{A2F0E014-A1BD-493F-914B-9F6C0B0FEA44}" dt="2026-05-05T11:16:47.578" v="332" actId="1076"/>
          <ac:cxnSpMkLst>
            <pc:docMk/>
            <pc:sldMk cId="1913651356" sldId="256"/>
            <ac:cxnSpMk id="91" creationId="{E48BAD00-07BD-7CEF-CDC4-E4096CB492A6}"/>
          </ac:cxnSpMkLst>
        </pc:cxnChg>
        <pc:cxnChg chg="add mod">
          <ac:chgData name="Malte Hansen" userId="e2fbc9eb-1f72-4e56-aacd-c5bbbe39b840" providerId="ADAL" clId="{A2F0E014-A1BD-493F-914B-9F6C0B0FEA44}" dt="2026-05-05T11:16:47.578" v="332" actId="1076"/>
          <ac:cxnSpMkLst>
            <pc:docMk/>
            <pc:sldMk cId="1913651356" sldId="256"/>
            <ac:cxnSpMk id="93" creationId="{116D635F-2556-2A47-9979-A6346FDDEBDB}"/>
          </ac:cxnSpMkLst>
        </pc:cxnChg>
        <pc:cxnChg chg="add del mod">
          <ac:chgData name="Malte Hansen" userId="e2fbc9eb-1f72-4e56-aacd-c5bbbe39b840" providerId="ADAL" clId="{A2F0E014-A1BD-493F-914B-9F6C0B0FEA44}" dt="2026-05-05T11:15:47.570" v="326" actId="21"/>
          <ac:cxnSpMkLst>
            <pc:docMk/>
            <pc:sldMk cId="1913651356" sldId="256"/>
            <ac:cxnSpMk id="95" creationId="{B485F37E-2C52-4870-6818-B90ADE6478B7}"/>
          </ac:cxnSpMkLst>
        </pc:cxnChg>
        <pc:cxnChg chg="add mod">
          <ac:chgData name="Malte Hansen" userId="e2fbc9eb-1f72-4e56-aacd-c5bbbe39b840" providerId="ADAL" clId="{A2F0E014-A1BD-493F-914B-9F6C0B0FEA44}" dt="2026-05-05T11:38:00.052" v="504" actId="1076"/>
          <ac:cxnSpMkLst>
            <pc:docMk/>
            <pc:sldMk cId="1913651356" sldId="256"/>
            <ac:cxnSpMk id="97" creationId="{6F7C95D4-84FA-3A61-189E-F624859D4D19}"/>
          </ac:cxnSpMkLst>
        </pc:cxnChg>
        <pc:cxnChg chg="add mod">
          <ac:chgData name="Malte Hansen" userId="e2fbc9eb-1f72-4e56-aacd-c5bbbe39b840" providerId="ADAL" clId="{A2F0E014-A1BD-493F-914B-9F6C0B0FEA44}" dt="2026-05-05T11:38:00.052" v="504" actId="1076"/>
          <ac:cxnSpMkLst>
            <pc:docMk/>
            <pc:sldMk cId="1913651356" sldId="256"/>
            <ac:cxnSpMk id="99" creationId="{59A45D60-C73F-77B9-350D-DF2241CF00C4}"/>
          </ac:cxnSpMkLst>
        </pc:cxnChg>
        <pc:cxnChg chg="add del mod">
          <ac:chgData name="Malte Hansen" userId="e2fbc9eb-1f72-4e56-aacd-c5bbbe39b840" providerId="ADAL" clId="{A2F0E014-A1BD-493F-914B-9F6C0B0FEA44}" dt="2026-05-05T11:47:23.017" v="548" actId="478"/>
          <ac:cxnSpMkLst>
            <pc:docMk/>
            <pc:sldMk cId="1913651356" sldId="256"/>
            <ac:cxnSpMk id="101" creationId="{D9FA88AE-5426-9DFE-FC1E-311BC99E511E}"/>
          </ac:cxnSpMkLst>
        </pc:cxnChg>
        <pc:cxnChg chg="add del mod">
          <ac:chgData name="Malte Hansen" userId="e2fbc9eb-1f72-4e56-aacd-c5bbbe39b840" providerId="ADAL" clId="{A2F0E014-A1BD-493F-914B-9F6C0B0FEA44}" dt="2026-05-05T11:47:01.313" v="545" actId="478"/>
          <ac:cxnSpMkLst>
            <pc:docMk/>
            <pc:sldMk cId="1913651356" sldId="256"/>
            <ac:cxnSpMk id="103" creationId="{6567A916-14B4-50BF-008D-D6E125B2F055}"/>
          </ac:cxnSpMkLst>
        </pc:cxnChg>
        <pc:cxnChg chg="add mod">
          <ac:chgData name="Malte Hansen" userId="e2fbc9eb-1f72-4e56-aacd-c5bbbe39b840" providerId="ADAL" clId="{A2F0E014-A1BD-493F-914B-9F6C0B0FEA44}" dt="2026-05-05T11:25:50.314" v="414" actId="13822"/>
          <ac:cxnSpMkLst>
            <pc:docMk/>
            <pc:sldMk cId="1913651356" sldId="256"/>
            <ac:cxnSpMk id="105" creationId="{09528B6D-8DE4-6E3F-5D7A-3A5B4737B2D2}"/>
          </ac:cxnSpMkLst>
        </pc:cxnChg>
        <pc:cxnChg chg="add mod">
          <ac:chgData name="Malte Hansen" userId="e2fbc9eb-1f72-4e56-aacd-c5bbbe39b840" providerId="ADAL" clId="{A2F0E014-A1BD-493F-914B-9F6C0B0FEA44}" dt="2026-05-05T11:25:53.805" v="415" actId="13822"/>
          <ac:cxnSpMkLst>
            <pc:docMk/>
            <pc:sldMk cId="1913651356" sldId="256"/>
            <ac:cxnSpMk id="107" creationId="{8B0DAAC8-93F6-32EF-14E9-2AD2823CE3A4}"/>
          </ac:cxnSpMkLst>
        </pc:cxnChg>
        <pc:cxnChg chg="add mod">
          <ac:chgData name="Malte Hansen" userId="e2fbc9eb-1f72-4e56-aacd-c5bbbe39b840" providerId="ADAL" clId="{A2F0E014-A1BD-493F-914B-9F6C0B0FEA44}" dt="2026-05-05T11:25:35.267" v="410" actId="13822"/>
          <ac:cxnSpMkLst>
            <pc:docMk/>
            <pc:sldMk cId="1913651356" sldId="256"/>
            <ac:cxnSpMk id="126" creationId="{92FD11D7-D04C-2731-C33A-3E1C75E2B907}"/>
          </ac:cxnSpMkLst>
        </pc:cxnChg>
        <pc:cxnChg chg="add mod">
          <ac:chgData name="Malte Hansen" userId="e2fbc9eb-1f72-4e56-aacd-c5bbbe39b840" providerId="ADAL" clId="{A2F0E014-A1BD-493F-914B-9F6C0B0FEA44}" dt="2026-05-05T11:25:38.646" v="411" actId="13822"/>
          <ac:cxnSpMkLst>
            <pc:docMk/>
            <pc:sldMk cId="1913651356" sldId="256"/>
            <ac:cxnSpMk id="128" creationId="{18F41E54-DDFD-62CD-5A65-2A27F6D5013F}"/>
          </ac:cxnSpMkLst>
        </pc:cxnChg>
        <pc:cxnChg chg="add del mod">
          <ac:chgData name="Malte Hansen" userId="e2fbc9eb-1f72-4e56-aacd-c5bbbe39b840" providerId="ADAL" clId="{A2F0E014-A1BD-493F-914B-9F6C0B0FEA44}" dt="2026-05-05T11:20:29.953" v="348" actId="21"/>
          <ac:cxnSpMkLst>
            <pc:docMk/>
            <pc:sldMk cId="1913651356" sldId="256"/>
            <ac:cxnSpMk id="131" creationId="{70B779DC-4687-4F56-CE02-1BB09E5DA51A}"/>
          </ac:cxnSpMkLst>
        </pc:cxnChg>
        <pc:cxnChg chg="add mod">
          <ac:chgData name="Malte Hansen" userId="e2fbc9eb-1f72-4e56-aacd-c5bbbe39b840" providerId="ADAL" clId="{A2F0E014-A1BD-493F-914B-9F6C0B0FEA44}" dt="2026-05-05T11:41:56.497" v="517" actId="1076"/>
          <ac:cxnSpMkLst>
            <pc:docMk/>
            <pc:sldMk cId="1913651356" sldId="256"/>
            <ac:cxnSpMk id="137" creationId="{40D65F85-F15F-DA78-652A-D568732B2590}"/>
          </ac:cxnSpMkLst>
        </pc:cxnChg>
        <pc:cxnChg chg="add del">
          <ac:chgData name="Malte Hansen" userId="e2fbc9eb-1f72-4e56-aacd-c5bbbe39b840" providerId="ADAL" clId="{A2F0E014-A1BD-493F-914B-9F6C0B0FEA44}" dt="2026-05-05T11:30:58.177" v="423" actId="21"/>
          <ac:cxnSpMkLst>
            <pc:docMk/>
            <pc:sldMk cId="1913651356" sldId="256"/>
            <ac:cxnSpMk id="139" creationId="{8744C4F8-362C-78CF-5485-1A8A7B692C19}"/>
          </ac:cxnSpMkLst>
        </pc:cxnChg>
        <pc:cxnChg chg="add mod">
          <ac:chgData name="Malte Hansen" userId="e2fbc9eb-1f72-4e56-aacd-c5bbbe39b840" providerId="ADAL" clId="{A2F0E014-A1BD-493F-914B-9F6C0B0FEA44}" dt="2026-05-05T11:46:32.787" v="539" actId="164"/>
          <ac:cxnSpMkLst>
            <pc:docMk/>
            <pc:sldMk cId="1913651356" sldId="256"/>
            <ac:cxnSpMk id="140" creationId="{8B0CC4CE-67D3-0A47-76D8-6E2B2E54F4EF}"/>
          </ac:cxnSpMkLst>
        </pc:cxnChg>
        <pc:cxnChg chg="add del mod">
          <ac:chgData name="Malte Hansen" userId="e2fbc9eb-1f72-4e56-aacd-c5bbbe39b840" providerId="ADAL" clId="{A2F0E014-A1BD-493F-914B-9F6C0B0FEA44}" dt="2026-05-05T11:35:03.489" v="448" actId="21"/>
          <ac:cxnSpMkLst>
            <pc:docMk/>
            <pc:sldMk cId="1913651356" sldId="256"/>
            <ac:cxnSpMk id="146" creationId="{A33BBA5A-8E15-BAAB-C133-7FCDA543A94F}"/>
          </ac:cxnSpMkLst>
        </pc:cxnChg>
        <pc:cxnChg chg="add del mod">
          <ac:chgData name="Malte Hansen" userId="e2fbc9eb-1f72-4e56-aacd-c5bbbe39b840" providerId="ADAL" clId="{A2F0E014-A1BD-493F-914B-9F6C0B0FEA44}" dt="2026-05-05T11:35:02.035" v="447" actId="21"/>
          <ac:cxnSpMkLst>
            <pc:docMk/>
            <pc:sldMk cId="1913651356" sldId="256"/>
            <ac:cxnSpMk id="147" creationId="{DF340486-4F3E-4E5A-220F-F77419350B4A}"/>
          </ac:cxnSpMkLst>
        </pc:cxnChg>
        <pc:cxnChg chg="add mod">
          <ac:chgData name="Malte Hansen" userId="e2fbc9eb-1f72-4e56-aacd-c5bbbe39b840" providerId="ADAL" clId="{A2F0E014-A1BD-493F-914B-9F6C0B0FEA44}" dt="2026-05-05T11:46:32.787" v="539" actId="164"/>
          <ac:cxnSpMkLst>
            <pc:docMk/>
            <pc:sldMk cId="1913651356" sldId="256"/>
            <ac:cxnSpMk id="151" creationId="{1EC051D2-1A9B-15C4-E2BB-B3B84FDEAF61}"/>
          </ac:cxnSpMkLst>
        </pc:cxnChg>
        <pc:cxnChg chg="add mod">
          <ac:chgData name="Malte Hansen" userId="e2fbc9eb-1f72-4e56-aacd-c5bbbe39b840" providerId="ADAL" clId="{A2F0E014-A1BD-493F-914B-9F6C0B0FEA44}" dt="2026-05-05T11:41:56.497" v="517" actId="1076"/>
          <ac:cxnSpMkLst>
            <pc:docMk/>
            <pc:sldMk cId="1913651356" sldId="256"/>
            <ac:cxnSpMk id="153" creationId="{83D77EE4-DFD9-A016-238B-67777944B90B}"/>
          </ac:cxnSpMkLst>
        </pc:cxnChg>
        <pc:cxnChg chg="add del mod">
          <ac:chgData name="Malte Hansen" userId="e2fbc9eb-1f72-4e56-aacd-c5bbbe39b840" providerId="ADAL" clId="{A2F0E014-A1BD-493F-914B-9F6C0B0FEA44}" dt="2026-05-05T11:49:21.145" v="568" actId="478"/>
          <ac:cxnSpMkLst>
            <pc:docMk/>
            <pc:sldMk cId="1913651356" sldId="256"/>
            <ac:cxnSpMk id="172" creationId="{D37AB82F-E690-9D6B-DBBE-6D575AAE9BCE}"/>
          </ac:cxnSpMkLst>
        </pc:cxnChg>
        <pc:cxnChg chg="add mod">
          <ac:chgData name="Malte Hansen" userId="e2fbc9eb-1f72-4e56-aacd-c5bbbe39b840" providerId="ADAL" clId="{A2F0E014-A1BD-493F-914B-9F6C0B0FEA44}" dt="2026-05-05T11:50:45.368" v="581" actId="13822"/>
          <ac:cxnSpMkLst>
            <pc:docMk/>
            <pc:sldMk cId="1913651356" sldId="256"/>
            <ac:cxnSpMk id="174" creationId="{B7BFDD0F-7086-183A-DAB7-9D73635F9DA3}"/>
          </ac:cxnSpMkLst>
        </pc:cxnChg>
        <pc:cxnChg chg="add del mod">
          <ac:chgData name="Malte Hansen" userId="e2fbc9eb-1f72-4e56-aacd-c5bbbe39b840" providerId="ADAL" clId="{A2F0E014-A1BD-493F-914B-9F6C0B0FEA44}" dt="2026-05-05T11:49:28.498" v="570" actId="478"/>
          <ac:cxnSpMkLst>
            <pc:docMk/>
            <pc:sldMk cId="1913651356" sldId="256"/>
            <ac:cxnSpMk id="176" creationId="{D5B9E26A-CBC3-D8B5-72BB-78815C8ADBAE}"/>
          </ac:cxnSpMkLst>
        </pc:cxnChg>
        <pc:cxnChg chg="add mod">
          <ac:chgData name="Malte Hansen" userId="e2fbc9eb-1f72-4e56-aacd-c5bbbe39b840" providerId="ADAL" clId="{A2F0E014-A1BD-493F-914B-9F6C0B0FEA44}" dt="2026-05-05T11:50:45.368" v="581" actId="13822"/>
          <ac:cxnSpMkLst>
            <pc:docMk/>
            <pc:sldMk cId="1913651356" sldId="256"/>
            <ac:cxnSpMk id="178" creationId="{E2AFF61A-6168-8EC2-797E-76804261AE05}"/>
          </ac:cxnSpMkLst>
        </pc:cxnChg>
        <pc:cxnChg chg="add mod">
          <ac:chgData name="Malte Hansen" userId="e2fbc9eb-1f72-4e56-aacd-c5bbbe39b840" providerId="ADAL" clId="{A2F0E014-A1BD-493F-914B-9F6C0B0FEA44}" dt="2026-05-05T11:50:45.368" v="581" actId="13822"/>
          <ac:cxnSpMkLst>
            <pc:docMk/>
            <pc:sldMk cId="1913651356" sldId="256"/>
            <ac:cxnSpMk id="187" creationId="{8B84FD31-98BE-6E29-07F3-6F78702A468F}"/>
          </ac:cxnSpMkLst>
        </pc:cxnChg>
        <pc:cxnChg chg="add mod">
          <ac:chgData name="Malte Hansen" userId="e2fbc9eb-1f72-4e56-aacd-c5bbbe39b840" providerId="ADAL" clId="{A2F0E014-A1BD-493F-914B-9F6C0B0FEA44}" dt="2026-05-05T11:50:45.368" v="581" actId="13822"/>
          <ac:cxnSpMkLst>
            <pc:docMk/>
            <pc:sldMk cId="1913651356" sldId="256"/>
            <ac:cxnSpMk id="189" creationId="{8D7AD381-D604-4EA7-02BB-D2FBD222C65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87CFE-0BD1-49B8-81EA-EE46B429A588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A1055-2B08-42B8-8EC1-7FEACF9FA93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00170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A1055-2B08-42B8-8EC1-7FEACF9FA934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00186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6ABE-15B1-51FC-1C40-9C9347C36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4C89E-D270-372A-6F21-DC01AA84C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888DC-A203-AF8A-7923-91465ABD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C530-E1B5-6CE9-9FE0-6B212293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D294-480E-80FE-E4FC-484CE505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9810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F65C-7006-70D0-6822-ED21DB9F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2AB8B-A5A0-47CD-1664-367421700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CD221-E617-D89F-D0A5-149009FC1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7BBBF-35E2-E201-2E74-0C5D32FD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01FEB-E735-5C16-18E9-4F76FCBA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39476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E4FA-AC45-0AB0-42D0-03B48078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40EAB-4CBD-50E8-6377-134585A7B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89B8-6CD2-110C-CC19-8D82BAB1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33170-0867-1F8D-E073-F00087E0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0F9E2-D4CF-EC6E-4A6A-D3BE8AC7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5212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79DC-C693-031C-5567-90CB333E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93840-CE04-F683-0D90-6B02EC158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0CF0A-9817-B333-E915-EEA34C2F3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45CE4-B422-EBD9-B9E1-04E955556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7E30C-10B0-FD7C-DFEA-B3EF6B87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0CF36-5CE9-076B-116F-6F9CE8A1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0413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186B-EB0B-AEB0-BCC4-C0F12AB82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22E8-5F97-E68D-6509-4646A627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79BDB-DDE0-B285-6FB6-6136621C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82307-7D6E-37DE-B769-2285A81CF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4D17F-72BA-DD78-9C96-9E42CC641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A07C7C-BC7D-6C66-7F47-6C5475E9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11A6C-F4C6-D38D-4B92-1D7FEF97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821A7-87BB-464D-9C6A-F226C49B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815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5DE3-F586-549A-DD85-FFC0B402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D9059-D254-C80E-4E39-525263D20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CA19E-C36E-BD76-9238-D708CEDC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B070E-653C-E8D5-01C3-5A3F0936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7969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8D760-199C-7433-A99A-2BA34772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AB594-0467-0179-A7BC-4C2F12CF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CDA1-3DBD-608A-89FF-2A476D05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7076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11B4-5652-DE80-7B40-DDB879AF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512E9-410A-DBAF-A5E7-448CF9E54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FE051-B13E-3C0B-F399-14119F68C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85B6B-4ED4-E0AA-5E56-C8343BA8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797F3-A4A5-00D4-961D-06B8F8D1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3687F-2DAE-2A7B-FFE1-F29CB8FA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38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DBD7-1E40-23C2-B2C3-EDAC14A0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2CA9A-A53E-5089-8157-02717D459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6958C-952D-7A0F-8D13-E757BFF7C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2C04B-C1CE-C752-3E9B-20BC5ED7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B3823-83C8-40D0-4A8A-985ADF35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8EE7A-85A6-8BAA-7346-26F1C07B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263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1EA7-6F66-F197-F1C0-BEF78D93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92840-D2F5-404E-50F5-70CAEF3A4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E100E-B586-245E-3ACF-BE7AAE48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846E4-323E-E38F-00E5-33B6F8D4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AC1CF-3D9C-B139-8623-803F5E2C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1110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19782D-17F3-5C69-260D-199A50303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5BBDD-D59F-26A1-D183-36DC7CD6C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67BA2-F5AF-BE73-3BF6-31200A15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F1E64-D704-E40A-B629-C0B8128E8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D79B7-A1A3-5091-C2B1-6E421D94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2840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8701D-1F7D-B215-2A0D-DB1C2593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D3A3B-5B2C-A502-E443-60C3686FB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827CC-24AE-5580-10C9-EC1ECE399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06CCD-8861-419E-A404-81090EBDE48E}" type="datetimeFigureOut">
              <a:rPr lang="en-DK" smtClean="0"/>
              <a:t>05/05/2026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47413-6756-2444-E6A5-F2B0C45A2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EAC8D-357E-D3CF-18CF-00B6EE481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F7C5C-CD73-4CD6-AB0A-2E18178F8E7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3314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F4DFEBD-3EA2-B74A-11D9-391147CC5163}"/>
              </a:ext>
            </a:extLst>
          </p:cNvPr>
          <p:cNvGrpSpPr/>
          <p:nvPr/>
        </p:nvGrpSpPr>
        <p:grpSpPr>
          <a:xfrm>
            <a:off x="261771" y="2116384"/>
            <a:ext cx="11576508" cy="2625232"/>
            <a:chOff x="261771" y="2116384"/>
            <a:chExt cx="11576508" cy="2625232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A7C52BBE-F462-0C7D-41CC-54BFEC41BD2A}"/>
                </a:ext>
              </a:extLst>
            </p:cNvPr>
            <p:cNvGrpSpPr/>
            <p:nvPr/>
          </p:nvGrpSpPr>
          <p:grpSpPr>
            <a:xfrm>
              <a:off x="261771" y="2116384"/>
              <a:ext cx="11576508" cy="2625232"/>
              <a:chOff x="261771" y="2116384"/>
              <a:chExt cx="11576508" cy="2625232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E4882EA7-5F48-A317-041F-C5F8798A6B09}"/>
                  </a:ext>
                </a:extLst>
              </p:cNvPr>
              <p:cNvGrpSpPr/>
              <p:nvPr/>
            </p:nvGrpSpPr>
            <p:grpSpPr>
              <a:xfrm>
                <a:off x="1281477" y="2116384"/>
                <a:ext cx="9629046" cy="2625232"/>
                <a:chOff x="61294" y="2173343"/>
                <a:chExt cx="11944075" cy="3045564"/>
              </a:xfrm>
            </p:grpSpPr>
            <p:sp>
              <p:nvSpPr>
                <p:cNvPr id="134" name="Rectangle: Rounded Corners 133">
                  <a:extLst>
                    <a:ext uri="{FF2B5EF4-FFF2-40B4-BE49-F238E27FC236}">
                      <a16:creationId xmlns:a16="http://schemas.microsoft.com/office/drawing/2014/main" id="{D0F8105A-A570-D521-28A7-7D375D73F45C}"/>
                    </a:ext>
                  </a:extLst>
                </p:cNvPr>
                <p:cNvSpPr/>
                <p:nvPr/>
              </p:nvSpPr>
              <p:spPr>
                <a:xfrm>
                  <a:off x="4163683" y="2806460"/>
                  <a:ext cx="3744461" cy="1885626"/>
                </a:xfrm>
                <a:prstGeom prst="round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6814767B-0783-F40C-C088-0D3F8E6482AE}"/>
                    </a:ext>
                  </a:extLst>
                </p:cNvPr>
                <p:cNvSpPr/>
                <p:nvPr/>
              </p:nvSpPr>
              <p:spPr>
                <a:xfrm>
                  <a:off x="4332317" y="3309498"/>
                  <a:ext cx="1461711" cy="878738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/>
                    <a:t>Core,  Heavy Water</a:t>
                  </a:r>
                  <a:endParaRPr lang="en-DK" sz="1400" dirty="0"/>
                </a:p>
              </p:txBody>
            </p:sp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F0D813E4-EC22-E518-18EB-5E5DE4C554F8}"/>
                    </a:ext>
                  </a:extLst>
                </p:cNvPr>
                <p:cNvSpPr/>
                <p:nvPr/>
              </p:nvSpPr>
              <p:spPr>
                <a:xfrm>
                  <a:off x="8491871" y="3303147"/>
                  <a:ext cx="1461711" cy="878738"/>
                </a:xfrm>
                <a:prstGeom prst="round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/>
                    <a:t>Heat Exchanger</a:t>
                  </a:r>
                  <a:endParaRPr lang="en-DK" sz="1400" dirty="0"/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A2BCEB2F-12D8-D5B4-1834-87486F885E98}"/>
                    </a:ext>
                  </a:extLst>
                </p:cNvPr>
                <p:cNvSpPr/>
                <p:nvPr/>
              </p:nvSpPr>
              <p:spPr>
                <a:xfrm rot="5400000">
                  <a:off x="7864393" y="2210744"/>
                  <a:ext cx="584006" cy="509203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DK" dirty="0"/>
                </a:p>
              </p:txBody>
            </p:sp>
            <p:sp>
              <p:nvSpPr>
                <p:cNvPr id="7" name="Isosceles Triangle 6">
                  <a:extLst>
                    <a:ext uri="{FF2B5EF4-FFF2-40B4-BE49-F238E27FC236}">
                      <a16:creationId xmlns:a16="http://schemas.microsoft.com/office/drawing/2014/main" id="{C5D8EAD3-B018-605A-1B0C-E2218D1A91B2}"/>
                    </a:ext>
                  </a:extLst>
                </p:cNvPr>
                <p:cNvSpPr/>
                <p:nvPr/>
              </p:nvSpPr>
              <p:spPr>
                <a:xfrm rot="16200000">
                  <a:off x="7864392" y="4672302"/>
                  <a:ext cx="584006" cy="509203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B9CC57FA-F63C-464C-AC90-408AD39B565A}"/>
                    </a:ext>
                  </a:extLst>
                </p:cNvPr>
                <p:cNvSpPr/>
                <p:nvPr/>
              </p:nvSpPr>
              <p:spPr>
                <a:xfrm>
                  <a:off x="10543658" y="3303147"/>
                  <a:ext cx="1461711" cy="878738"/>
                </a:xfrm>
                <a:prstGeom prst="roundRect">
                  <a:avLst/>
                </a:prstGeom>
                <a:effectLst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/>
                    <a:t>Helium Coolant</a:t>
                  </a:r>
                  <a:endParaRPr lang="en-DK" sz="1400" dirty="0"/>
                </a:p>
              </p:txBody>
            </p: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4D832E5E-136E-5381-B4A6-510DCE1FEF0C}"/>
                    </a:ext>
                  </a:extLst>
                </p:cNvPr>
                <p:cNvSpPr/>
                <p:nvPr/>
              </p:nvSpPr>
              <p:spPr>
                <a:xfrm>
                  <a:off x="2113082" y="3282678"/>
                  <a:ext cx="1461711" cy="878738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/>
                    <a:t>Heat Exchanger</a:t>
                  </a:r>
                  <a:endParaRPr lang="en-DK" sz="1400" dirty="0"/>
                </a:p>
              </p:txBody>
            </p:sp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DFFE57D5-58A5-4A89-EFB5-F0F4C179224D}"/>
                    </a:ext>
                  </a:extLst>
                </p:cNvPr>
                <p:cNvSpPr/>
                <p:nvPr/>
              </p:nvSpPr>
              <p:spPr>
                <a:xfrm>
                  <a:off x="61294" y="3303147"/>
                  <a:ext cx="1461711" cy="878738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>
                      <a:cs typeface="Aldhabi" panose="01000000000000000000" pitchFamily="2" charset="-78"/>
                    </a:rPr>
                    <a:t>Light Water Coolant</a:t>
                  </a:r>
                  <a:endParaRPr lang="en-DK" sz="1400" dirty="0">
                    <a:cs typeface="Aldhabi" panose="01000000000000000000" pitchFamily="2" charset="-78"/>
                  </a:endParaRPr>
                </a:p>
              </p:txBody>
            </p:sp>
            <p:sp>
              <p:nvSpPr>
                <p:cNvPr id="111" name="Rectangle: Rounded Corners 110">
                  <a:extLst>
                    <a:ext uri="{FF2B5EF4-FFF2-40B4-BE49-F238E27FC236}">
                      <a16:creationId xmlns:a16="http://schemas.microsoft.com/office/drawing/2014/main" id="{2D86E45E-E479-1CC8-4526-F561E796C416}"/>
                    </a:ext>
                  </a:extLst>
                </p:cNvPr>
                <p:cNvSpPr/>
                <p:nvPr/>
              </p:nvSpPr>
              <p:spPr>
                <a:xfrm>
                  <a:off x="6272636" y="3303146"/>
                  <a:ext cx="1461711" cy="878738"/>
                </a:xfrm>
                <a:prstGeom prst="round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/>
                    <a:t>Core, Fuel</a:t>
                  </a:r>
                  <a:endParaRPr lang="en-DK" sz="1400" dirty="0"/>
                </a:p>
              </p:txBody>
            </p:sp>
            <p:cxnSp>
              <p:nvCxnSpPr>
                <p:cNvPr id="91" name="Connector: Curved 90">
                  <a:extLst>
                    <a:ext uri="{FF2B5EF4-FFF2-40B4-BE49-F238E27FC236}">
                      <a16:creationId xmlns:a16="http://schemas.microsoft.com/office/drawing/2014/main" id="{E48BAD00-07BD-7CEF-CDC4-E4096CB492A6}"/>
                    </a:ext>
                  </a:extLst>
                </p:cNvPr>
                <p:cNvCxnSpPr>
                  <a:stCxn id="6" idx="0"/>
                  <a:endCxn id="5" idx="0"/>
                </p:cNvCxnSpPr>
                <p:nvPr/>
              </p:nvCxnSpPr>
              <p:spPr>
                <a:xfrm>
                  <a:off x="8410998" y="2465346"/>
                  <a:ext cx="811729" cy="837801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Connector: Curved 92">
                  <a:extLst>
                    <a:ext uri="{FF2B5EF4-FFF2-40B4-BE49-F238E27FC236}">
                      <a16:creationId xmlns:a16="http://schemas.microsoft.com/office/drawing/2014/main" id="{116D635F-2556-2A47-9979-A6346FDDEBDB}"/>
                    </a:ext>
                  </a:extLst>
                </p:cNvPr>
                <p:cNvCxnSpPr>
                  <a:stCxn id="5" idx="2"/>
                  <a:endCxn id="7" idx="3"/>
                </p:cNvCxnSpPr>
                <p:nvPr/>
              </p:nvCxnSpPr>
              <p:spPr>
                <a:xfrm rot="5400000">
                  <a:off x="8444353" y="4148529"/>
                  <a:ext cx="745019" cy="811730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Connector: Curved 96">
                  <a:extLst>
                    <a:ext uri="{FF2B5EF4-FFF2-40B4-BE49-F238E27FC236}">
                      <a16:creationId xmlns:a16="http://schemas.microsoft.com/office/drawing/2014/main" id="{6F7C95D4-84FA-3A61-189E-F624859D4D19}"/>
                    </a:ext>
                  </a:extLst>
                </p:cNvPr>
                <p:cNvCxnSpPr>
                  <a:stCxn id="5" idx="0"/>
                  <a:endCxn id="24" idx="0"/>
                </p:cNvCxnSpPr>
                <p:nvPr/>
              </p:nvCxnSpPr>
              <p:spPr>
                <a:xfrm rot="5400000" flipH="1" flipV="1">
                  <a:off x="10248620" y="2277254"/>
                  <a:ext cx="12700" cy="2051787"/>
                </a:xfrm>
                <a:prstGeom prst="curvedConnector3">
                  <a:avLst>
                    <a:gd name="adj1" fmla="val 1800000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Connector: Curved 98">
                  <a:extLst>
                    <a:ext uri="{FF2B5EF4-FFF2-40B4-BE49-F238E27FC236}">
                      <a16:creationId xmlns:a16="http://schemas.microsoft.com/office/drawing/2014/main" id="{59A45D60-C73F-77B9-350D-DF2241CF00C4}"/>
                    </a:ext>
                  </a:extLst>
                </p:cNvPr>
                <p:cNvCxnSpPr>
                  <a:stCxn id="24" idx="2"/>
                  <a:endCxn id="5" idx="2"/>
                </p:cNvCxnSpPr>
                <p:nvPr/>
              </p:nvCxnSpPr>
              <p:spPr>
                <a:xfrm rot="5400000">
                  <a:off x="10248621" y="3155992"/>
                  <a:ext cx="12700" cy="2051787"/>
                </a:xfrm>
                <a:prstGeom prst="curvedConnector3">
                  <a:avLst>
                    <a:gd name="adj1" fmla="val 1800000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Connector: Curved 104">
                  <a:extLst>
                    <a:ext uri="{FF2B5EF4-FFF2-40B4-BE49-F238E27FC236}">
                      <a16:creationId xmlns:a16="http://schemas.microsoft.com/office/drawing/2014/main" id="{09528B6D-8DE4-6E3F-5D7A-3A5B4737B2D2}"/>
                    </a:ext>
                  </a:extLst>
                </p:cNvPr>
                <p:cNvCxnSpPr>
                  <a:stCxn id="25" idx="0"/>
                  <a:endCxn id="54" idx="0"/>
                </p:cNvCxnSpPr>
                <p:nvPr/>
              </p:nvCxnSpPr>
              <p:spPr>
                <a:xfrm rot="16200000" flipH="1" flipV="1">
                  <a:off x="1807809" y="2267018"/>
                  <a:ext cx="20469" cy="2051788"/>
                </a:xfrm>
                <a:prstGeom prst="curvedConnector3">
                  <a:avLst>
                    <a:gd name="adj1" fmla="val -1116811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Connector: Curved 106">
                  <a:extLst>
                    <a:ext uri="{FF2B5EF4-FFF2-40B4-BE49-F238E27FC236}">
                      <a16:creationId xmlns:a16="http://schemas.microsoft.com/office/drawing/2014/main" id="{8B0DAAC8-93F6-32EF-14E9-2AD2823CE3A4}"/>
                    </a:ext>
                  </a:extLst>
                </p:cNvPr>
                <p:cNvCxnSpPr>
                  <a:stCxn id="54" idx="2"/>
                  <a:endCxn id="25" idx="2"/>
                </p:cNvCxnSpPr>
                <p:nvPr/>
              </p:nvCxnSpPr>
              <p:spPr>
                <a:xfrm rot="5400000" flipH="1" flipV="1">
                  <a:off x="1807809" y="3145757"/>
                  <a:ext cx="20469" cy="2051788"/>
                </a:xfrm>
                <a:prstGeom prst="curvedConnector3">
                  <a:avLst>
                    <a:gd name="adj1" fmla="val -1116811"/>
                  </a:avLst>
                </a:prstGeom>
                <a:ln>
                  <a:tailEnd type="triangle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Connector: Curved 125">
                  <a:extLst>
                    <a:ext uri="{FF2B5EF4-FFF2-40B4-BE49-F238E27FC236}">
                      <a16:creationId xmlns:a16="http://schemas.microsoft.com/office/drawing/2014/main" id="{92FD11D7-D04C-2731-C33A-3E1C75E2B907}"/>
                    </a:ext>
                  </a:extLst>
                </p:cNvPr>
                <p:cNvCxnSpPr>
                  <a:stCxn id="111" idx="0"/>
                  <a:endCxn id="6" idx="3"/>
                </p:cNvCxnSpPr>
                <p:nvPr/>
              </p:nvCxnSpPr>
              <p:spPr>
                <a:xfrm rot="5400000" flipH="1" flipV="1">
                  <a:off x="7033743" y="2435095"/>
                  <a:ext cx="837800" cy="898303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Connector: Curved 127">
                  <a:extLst>
                    <a:ext uri="{FF2B5EF4-FFF2-40B4-BE49-F238E27FC236}">
                      <a16:creationId xmlns:a16="http://schemas.microsoft.com/office/drawing/2014/main" id="{18F41E54-DDFD-62CD-5A65-2A27F6D5013F}"/>
                    </a:ext>
                  </a:extLst>
                </p:cNvPr>
                <p:cNvCxnSpPr>
                  <a:stCxn id="7" idx="0"/>
                  <a:endCxn id="111" idx="2"/>
                </p:cNvCxnSpPr>
                <p:nvPr/>
              </p:nvCxnSpPr>
              <p:spPr>
                <a:xfrm rot="10800000">
                  <a:off x="7003492" y="4181884"/>
                  <a:ext cx="898302" cy="745020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32" name="Arrow: Left-Right 131">
                  <a:extLst>
                    <a:ext uri="{FF2B5EF4-FFF2-40B4-BE49-F238E27FC236}">
                      <a16:creationId xmlns:a16="http://schemas.microsoft.com/office/drawing/2014/main" id="{3469F32C-EAF8-74C6-BC2A-18B72550A539}"/>
                    </a:ext>
                  </a:extLst>
                </p:cNvPr>
                <p:cNvSpPr/>
                <p:nvPr/>
              </p:nvSpPr>
              <p:spPr>
                <a:xfrm>
                  <a:off x="5794028" y="3709358"/>
                  <a:ext cx="478608" cy="92015"/>
                </a:xfrm>
                <a:prstGeom prst="leftRightArrow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DK" dirty="0"/>
                </a:p>
              </p:txBody>
            </p:sp>
            <p:sp>
              <p:nvSpPr>
                <p:cNvPr id="166" name="Isosceles Triangle 165">
                  <a:extLst>
                    <a:ext uri="{FF2B5EF4-FFF2-40B4-BE49-F238E27FC236}">
                      <a16:creationId xmlns:a16="http://schemas.microsoft.com/office/drawing/2014/main" id="{D3FD03BE-B787-B8A8-2212-3F9B24957F21}"/>
                    </a:ext>
                  </a:extLst>
                </p:cNvPr>
                <p:cNvSpPr/>
                <p:nvPr/>
              </p:nvSpPr>
              <p:spPr>
                <a:xfrm rot="5400000">
                  <a:off x="3620254" y="4672299"/>
                  <a:ext cx="584006" cy="509203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169" name="Isosceles Triangle 168">
                  <a:extLst>
                    <a:ext uri="{FF2B5EF4-FFF2-40B4-BE49-F238E27FC236}">
                      <a16:creationId xmlns:a16="http://schemas.microsoft.com/office/drawing/2014/main" id="{43F8C14B-DE60-5F27-8D29-C62774FA7151}"/>
                    </a:ext>
                  </a:extLst>
                </p:cNvPr>
                <p:cNvSpPr/>
                <p:nvPr/>
              </p:nvSpPr>
              <p:spPr>
                <a:xfrm rot="16200000">
                  <a:off x="3617079" y="2231537"/>
                  <a:ext cx="584006" cy="509203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DK" dirty="0"/>
                </a:p>
              </p:txBody>
            </p:sp>
          </p:grpSp>
          <p:cxnSp>
            <p:nvCxnSpPr>
              <p:cNvPr id="137" name="Connector: Curved 136">
                <a:extLst>
                  <a:ext uri="{FF2B5EF4-FFF2-40B4-BE49-F238E27FC236}">
                    <a16:creationId xmlns:a16="http://schemas.microsoft.com/office/drawing/2014/main" id="{40D65F85-F15F-DA78-652A-D568732B2590}"/>
                  </a:ext>
                </a:extLst>
              </p:cNvPr>
              <p:cNvCxnSpPr>
                <a:cxnSpLocks/>
                <a:stCxn id="24" idx="0"/>
              </p:cNvCxnSpPr>
              <p:nvPr/>
            </p:nvCxnSpPr>
            <p:spPr>
              <a:xfrm rot="5400000" flipH="1" flipV="1">
                <a:off x="10650550" y="2399947"/>
                <a:ext cx="361087" cy="1019538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0" name="Connector: Curved 139">
                <a:extLst>
                  <a:ext uri="{FF2B5EF4-FFF2-40B4-BE49-F238E27FC236}">
                    <a16:creationId xmlns:a16="http://schemas.microsoft.com/office/drawing/2014/main" id="{8B0CC4CE-67D3-0A47-76D8-6E2B2E54F4EF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rot="10800000">
                <a:off x="10321324" y="3847719"/>
                <a:ext cx="1019536" cy="321097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1" name="Connector: Curved 150">
                <a:extLst>
                  <a:ext uri="{FF2B5EF4-FFF2-40B4-BE49-F238E27FC236}">
                    <a16:creationId xmlns:a16="http://schemas.microsoft.com/office/drawing/2014/main" id="{1EC051D2-1A9B-15C4-E2BB-B3B84FDEAF61}"/>
                  </a:ext>
                </a:extLst>
              </p:cNvPr>
              <p:cNvCxnSpPr>
                <a:cxnSpLocks/>
                <a:stCxn id="54" idx="0"/>
              </p:cNvCxnSpPr>
              <p:nvPr/>
            </p:nvCxnSpPr>
            <p:spPr>
              <a:xfrm rot="16200000" flipV="1">
                <a:off x="1168484" y="2388066"/>
                <a:ext cx="361087" cy="1043300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53" name="Connector: Curved 152">
                <a:extLst>
                  <a:ext uri="{FF2B5EF4-FFF2-40B4-BE49-F238E27FC236}">
                    <a16:creationId xmlns:a16="http://schemas.microsoft.com/office/drawing/2014/main" id="{83D77EE4-DFD9-A016-238B-67777944B90B}"/>
                  </a:ext>
                </a:extLst>
              </p:cNvPr>
              <p:cNvCxnSpPr>
                <a:cxnSpLocks/>
                <a:endCxn id="54" idx="2"/>
              </p:cNvCxnSpPr>
              <p:nvPr/>
            </p:nvCxnSpPr>
            <p:spPr>
              <a:xfrm flipV="1">
                <a:off x="870969" y="3847718"/>
                <a:ext cx="999708" cy="390492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582A449-4888-087B-10EC-E8CAACDB267C}"/>
                  </a:ext>
                </a:extLst>
              </p:cNvPr>
              <p:cNvSpPr txBox="1"/>
              <p:nvPr/>
            </p:nvSpPr>
            <p:spPr>
              <a:xfrm rot="16200000">
                <a:off x="-166230" y="3275110"/>
                <a:ext cx="1163780" cy="307777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Water chiller</a:t>
                </a:r>
                <a:endParaRPr lang="en-DK" sz="1400" dirty="0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1ECBC63F-6461-2AAE-2A47-D0C3AE6DB577}"/>
                  </a:ext>
                </a:extLst>
              </p:cNvPr>
              <p:cNvSpPr txBox="1"/>
              <p:nvPr/>
            </p:nvSpPr>
            <p:spPr>
              <a:xfrm rot="5400000">
                <a:off x="10896002" y="3326176"/>
                <a:ext cx="1576778" cy="30777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Heat to consumer</a:t>
                </a:r>
                <a:endParaRPr lang="en-DK" sz="1400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CC2C8D1-F33F-CE04-C68F-68947F062974}"/>
                  </a:ext>
                </a:extLst>
              </p:cNvPr>
              <p:cNvSpPr txBox="1"/>
              <p:nvPr/>
            </p:nvSpPr>
            <p:spPr>
              <a:xfrm>
                <a:off x="5798180" y="2672626"/>
                <a:ext cx="5605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Core</a:t>
                </a:r>
                <a:endParaRPr lang="en-DK" sz="140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BCBFEE1B-4640-C28E-E5D4-02F9564952D3}"/>
                      </a:ext>
                    </a:extLst>
                  </p:cNvPr>
                  <p:cNvSpPr txBox="1"/>
                  <p:nvPr/>
                </p:nvSpPr>
                <p:spPr>
                  <a:xfrm>
                    <a:off x="7517383" y="2145773"/>
                    <a:ext cx="4115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en-DK" dirty="0"/>
                  </a:p>
                </p:txBody>
              </p:sp>
            </mc:Choice>
            <mc:Fallback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BCBFEE1B-4640-C28E-E5D4-02F9564952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17383" y="2145773"/>
                    <a:ext cx="411588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D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0DDDC372-56D0-F733-35EE-8A8318D98F7D}"/>
                      </a:ext>
                    </a:extLst>
                  </p:cNvPr>
                  <p:cNvSpPr txBox="1"/>
                  <p:nvPr/>
                </p:nvSpPr>
                <p:spPr>
                  <a:xfrm>
                    <a:off x="7673940" y="4268454"/>
                    <a:ext cx="4115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en-DK" dirty="0"/>
                  </a:p>
                </p:txBody>
              </p:sp>
            </mc:Choice>
            <mc:Fallback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0DDDC372-56D0-F733-35EE-8A8318D98F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3940" y="4268454"/>
                    <a:ext cx="411588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D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626CA88C-7FEB-F802-78AF-2F47DF9600E9}"/>
                      </a:ext>
                    </a:extLst>
                  </p:cNvPr>
                  <p:cNvSpPr txBox="1"/>
                  <p:nvPr/>
                </p:nvSpPr>
                <p:spPr>
                  <a:xfrm>
                    <a:off x="4154074" y="4246431"/>
                    <a:ext cx="2586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en-DK" dirty="0"/>
                  </a:p>
                </p:txBody>
              </p:sp>
            </mc:Choice>
            <mc:Fallback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626CA88C-7FEB-F802-78AF-2F47DF9600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4074" y="4246431"/>
                    <a:ext cx="25866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0930"/>
                    </a:stretch>
                  </a:blipFill>
                </p:spPr>
                <p:txBody>
                  <a:bodyPr/>
                  <a:lstStyle/>
                  <a:p>
                    <a:r>
                      <a:rPr lang="en-D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85E8C84A-6AE7-4576-D472-7309B0675042}"/>
                      </a:ext>
                    </a:extLst>
                  </p:cNvPr>
                  <p:cNvSpPr txBox="1"/>
                  <p:nvPr/>
                </p:nvSpPr>
                <p:spPr>
                  <a:xfrm>
                    <a:off x="4291040" y="2183420"/>
                    <a:ext cx="2586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en-DK" dirty="0"/>
                  </a:p>
                </p:txBody>
              </p:sp>
            </mc:Choice>
            <mc:Fallback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85E8C84A-6AE7-4576-D472-7309B0675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1040" y="2183420"/>
                    <a:ext cx="25866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D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4" name="Connector: Curved 173">
              <a:extLst>
                <a:ext uri="{FF2B5EF4-FFF2-40B4-BE49-F238E27FC236}">
                  <a16:creationId xmlns:a16="http://schemas.microsoft.com/office/drawing/2014/main" id="{B7BFDD0F-7086-183A-DAB7-9D73635F9DA3}"/>
                </a:ext>
              </a:extLst>
            </p:cNvPr>
            <p:cNvCxnSpPr>
              <a:stCxn id="169" idx="0"/>
              <a:endCxn id="25" idx="0"/>
            </p:cNvCxnSpPr>
            <p:nvPr/>
          </p:nvCxnSpPr>
          <p:spPr>
            <a:xfrm rot="10800000" flipV="1">
              <a:off x="3524784" y="2386009"/>
              <a:ext cx="653441" cy="686606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8" name="Connector: Curved 177">
              <a:extLst>
                <a:ext uri="{FF2B5EF4-FFF2-40B4-BE49-F238E27FC236}">
                  <a16:creationId xmlns:a16="http://schemas.microsoft.com/office/drawing/2014/main" id="{E2AFF61A-6168-8EC2-797E-76804261AE05}"/>
                </a:ext>
              </a:extLst>
            </p:cNvPr>
            <p:cNvCxnSpPr>
              <a:stCxn id="166" idx="0"/>
              <a:endCxn id="4" idx="2"/>
            </p:cNvCxnSpPr>
            <p:nvPr/>
          </p:nvCxnSpPr>
          <p:spPr>
            <a:xfrm flipV="1">
              <a:off x="4591292" y="3853192"/>
              <a:ext cx="722588" cy="636720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7" name="Connector: Curved 186">
              <a:extLst>
                <a:ext uri="{FF2B5EF4-FFF2-40B4-BE49-F238E27FC236}">
                  <a16:creationId xmlns:a16="http://schemas.microsoft.com/office/drawing/2014/main" id="{8B84FD31-98BE-6E29-07F3-6F78702A468F}"/>
                </a:ext>
              </a:extLst>
            </p:cNvPr>
            <p:cNvCxnSpPr>
              <a:stCxn id="4" idx="0"/>
              <a:endCxn id="169" idx="3"/>
            </p:cNvCxnSpPr>
            <p:nvPr/>
          </p:nvCxnSpPr>
          <p:spPr>
            <a:xfrm rot="16200000" flipV="1">
              <a:off x="4596444" y="2378297"/>
              <a:ext cx="709724" cy="725148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9" name="Connector: Curved 188">
              <a:extLst>
                <a:ext uri="{FF2B5EF4-FFF2-40B4-BE49-F238E27FC236}">
                  <a16:creationId xmlns:a16="http://schemas.microsoft.com/office/drawing/2014/main" id="{8D7AD381-D604-4EA7-02BB-D2FBD222C659}"/>
                </a:ext>
              </a:extLst>
            </p:cNvPr>
            <p:cNvCxnSpPr>
              <a:stCxn id="25" idx="2"/>
              <a:endCxn id="166" idx="3"/>
            </p:cNvCxnSpPr>
            <p:nvPr/>
          </p:nvCxnSpPr>
          <p:spPr>
            <a:xfrm rot="16200000" flipH="1">
              <a:off x="3522864" y="3831992"/>
              <a:ext cx="659838" cy="656001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365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27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Aldhabi</vt:lpstr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Malte Hansen</dc:creator>
  <cp:lastModifiedBy>Malte Hansen</cp:lastModifiedBy>
  <cp:revision>1</cp:revision>
  <dcterms:created xsi:type="dcterms:W3CDTF">2026-05-05T10:40:50Z</dcterms:created>
  <dcterms:modified xsi:type="dcterms:W3CDTF">2026-05-05T11:50:46Z</dcterms:modified>
</cp:coreProperties>
</file>