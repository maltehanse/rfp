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D189C0-1C4C-4612-B1F3-0678A6B8716E}" v="7" dt="2026-05-14T11:23:45.0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lte Hansen" userId="e2fbc9eb-1f72-4e56-aacd-c5bbbe39b840" providerId="ADAL" clId="{A2F0E014-A1BD-493F-914B-9F6C0B0FEA44}"/>
    <pc:docChg chg="undo custSel modSld">
      <pc:chgData name="Malte Hansen" userId="e2fbc9eb-1f72-4e56-aacd-c5bbbe39b840" providerId="ADAL" clId="{A2F0E014-A1BD-493F-914B-9F6C0B0FEA44}" dt="2026-05-14T11:23:45.094" v="619" actId="164"/>
      <pc:docMkLst>
        <pc:docMk/>
      </pc:docMkLst>
      <pc:sldChg chg="addSp delSp modSp mod">
        <pc:chgData name="Malte Hansen" userId="e2fbc9eb-1f72-4e56-aacd-c5bbbe39b840" providerId="ADAL" clId="{A2F0E014-A1BD-493F-914B-9F6C0B0FEA44}" dt="2026-05-14T11:23:45.094" v="619" actId="164"/>
        <pc:sldMkLst>
          <pc:docMk/>
          <pc:sldMk cId="1913651356" sldId="256"/>
        </pc:sldMkLst>
        <pc:spChg chg="add mod topLvl">
          <ac:chgData name="Malte Hansen" userId="e2fbc9eb-1f72-4e56-aacd-c5bbbe39b840" providerId="ADAL" clId="{A2F0E014-A1BD-493F-914B-9F6C0B0FEA44}" dt="2026-05-14T11:21:10.077" v="597" actId="165"/>
          <ac:spMkLst>
            <pc:docMk/>
            <pc:sldMk cId="1913651356" sldId="256"/>
            <ac:spMk id="4" creationId="{6814767B-0783-F40C-C088-0D3F8E6482AE}"/>
          </ac:spMkLst>
        </pc:spChg>
        <pc:spChg chg="add mod topLvl">
          <ac:chgData name="Malte Hansen" userId="e2fbc9eb-1f72-4e56-aacd-c5bbbe39b840" providerId="ADAL" clId="{A2F0E014-A1BD-493F-914B-9F6C0B0FEA44}" dt="2026-05-14T11:21:10.077" v="597" actId="165"/>
          <ac:spMkLst>
            <pc:docMk/>
            <pc:sldMk cId="1913651356" sldId="256"/>
            <ac:spMk id="5" creationId="{F0D813E4-EC22-E518-18EB-5E5DE4C554F8}"/>
          </ac:spMkLst>
        </pc:spChg>
        <pc:spChg chg="add mod topLvl">
          <ac:chgData name="Malte Hansen" userId="e2fbc9eb-1f72-4e56-aacd-c5bbbe39b840" providerId="ADAL" clId="{A2F0E014-A1BD-493F-914B-9F6C0B0FEA44}" dt="2026-05-14T11:23:45.094" v="619" actId="164"/>
          <ac:spMkLst>
            <pc:docMk/>
            <pc:sldMk cId="1913651356" sldId="256"/>
            <ac:spMk id="6" creationId="{A2BCEB2F-12D8-D5B4-1834-87486F885E98}"/>
          </ac:spMkLst>
        </pc:spChg>
        <pc:spChg chg="add mod topLvl">
          <ac:chgData name="Malte Hansen" userId="e2fbc9eb-1f72-4e56-aacd-c5bbbe39b840" providerId="ADAL" clId="{A2F0E014-A1BD-493F-914B-9F6C0B0FEA44}" dt="2026-05-14T11:23:45.094" v="619" actId="164"/>
          <ac:spMkLst>
            <pc:docMk/>
            <pc:sldMk cId="1913651356" sldId="256"/>
            <ac:spMk id="7" creationId="{C5D8EAD3-B018-605A-1B0C-E2218D1A91B2}"/>
          </ac:spMkLst>
        </pc:spChg>
        <pc:spChg chg="add mod topLvl">
          <ac:chgData name="Malte Hansen" userId="e2fbc9eb-1f72-4e56-aacd-c5bbbe39b840" providerId="ADAL" clId="{A2F0E014-A1BD-493F-914B-9F6C0B0FEA44}" dt="2026-05-14T11:23:45.094" v="619" actId="164"/>
          <ac:spMkLst>
            <pc:docMk/>
            <pc:sldMk cId="1913651356" sldId="256"/>
            <ac:spMk id="24" creationId="{B9CC57FA-F63C-464C-AC90-408AD39B565A}"/>
          </ac:spMkLst>
        </pc:spChg>
        <pc:spChg chg="add mod topLvl">
          <ac:chgData name="Malte Hansen" userId="e2fbc9eb-1f72-4e56-aacd-c5bbbe39b840" providerId="ADAL" clId="{A2F0E014-A1BD-493F-914B-9F6C0B0FEA44}" dt="2026-05-14T11:23:45.094" v="619" actId="164"/>
          <ac:spMkLst>
            <pc:docMk/>
            <pc:sldMk cId="1913651356" sldId="256"/>
            <ac:spMk id="25" creationId="{4D832E5E-136E-5381-B4A6-510DCE1FEF0C}"/>
          </ac:spMkLst>
        </pc:spChg>
        <pc:spChg chg="add mod topLvl">
          <ac:chgData name="Malte Hansen" userId="e2fbc9eb-1f72-4e56-aacd-c5bbbe39b840" providerId="ADAL" clId="{A2F0E014-A1BD-493F-914B-9F6C0B0FEA44}" dt="2026-05-14T11:23:45.094" v="619" actId="164"/>
          <ac:spMkLst>
            <pc:docMk/>
            <pc:sldMk cId="1913651356" sldId="256"/>
            <ac:spMk id="54" creationId="{DFFE57D5-58A5-4A89-EFB5-F0F4C179224D}"/>
          </ac:spMkLst>
        </pc:spChg>
        <pc:spChg chg="add mod topLvl">
          <ac:chgData name="Malte Hansen" userId="e2fbc9eb-1f72-4e56-aacd-c5bbbe39b840" providerId="ADAL" clId="{A2F0E014-A1BD-493F-914B-9F6C0B0FEA44}" dt="2026-05-14T11:23:45.094" v="619" actId="164"/>
          <ac:spMkLst>
            <pc:docMk/>
            <pc:sldMk cId="1913651356" sldId="256"/>
            <ac:spMk id="111" creationId="{2D86E45E-E479-1CC8-4526-F561E796C416}"/>
          </ac:spMkLst>
        </pc:spChg>
        <pc:spChg chg="add mod topLvl">
          <ac:chgData name="Malte Hansen" userId="e2fbc9eb-1f72-4e56-aacd-c5bbbe39b840" providerId="ADAL" clId="{A2F0E014-A1BD-493F-914B-9F6C0B0FEA44}" dt="2026-05-14T11:23:45.094" v="619" actId="164"/>
          <ac:spMkLst>
            <pc:docMk/>
            <pc:sldMk cId="1913651356" sldId="256"/>
            <ac:spMk id="132" creationId="{3469F32C-EAF8-74C6-BC2A-18B72550A539}"/>
          </ac:spMkLst>
        </pc:spChg>
        <pc:spChg chg="add mod ord topLvl">
          <ac:chgData name="Malte Hansen" userId="e2fbc9eb-1f72-4e56-aacd-c5bbbe39b840" providerId="ADAL" clId="{A2F0E014-A1BD-493F-914B-9F6C0B0FEA44}" dt="2026-05-14T11:23:45.094" v="619" actId="164"/>
          <ac:spMkLst>
            <pc:docMk/>
            <pc:sldMk cId="1913651356" sldId="256"/>
            <ac:spMk id="134" creationId="{D0F8105A-A570-D521-28A7-7D375D73F45C}"/>
          </ac:spMkLst>
        </pc:spChg>
        <pc:spChg chg="add del mod">
          <ac:chgData name="Malte Hansen" userId="e2fbc9eb-1f72-4e56-aacd-c5bbbe39b840" providerId="ADAL" clId="{A2F0E014-A1BD-493F-914B-9F6C0B0FEA44}" dt="2026-05-14T11:19:05.002" v="583" actId="478"/>
          <ac:spMkLst>
            <pc:docMk/>
            <pc:sldMk cId="1913651356" sldId="256"/>
            <ac:spMk id="158" creationId="{4582A449-4888-087B-10EC-E8CAACDB267C}"/>
          </ac:spMkLst>
        </pc:spChg>
        <pc:spChg chg="add del mod">
          <ac:chgData name="Malte Hansen" userId="e2fbc9eb-1f72-4e56-aacd-c5bbbe39b840" providerId="ADAL" clId="{A2F0E014-A1BD-493F-914B-9F6C0B0FEA44}" dt="2026-05-14T11:19:15.471" v="586" actId="478"/>
          <ac:spMkLst>
            <pc:docMk/>
            <pc:sldMk cId="1913651356" sldId="256"/>
            <ac:spMk id="159" creationId="{1ECBC63F-6461-2AAE-2A47-D0C3AE6DB577}"/>
          </ac:spMkLst>
        </pc:spChg>
        <pc:spChg chg="add mod topLvl">
          <ac:chgData name="Malte Hansen" userId="e2fbc9eb-1f72-4e56-aacd-c5bbbe39b840" providerId="ADAL" clId="{A2F0E014-A1BD-493F-914B-9F6C0B0FEA44}" dt="2026-05-14T11:23:45.094" v="619" actId="164"/>
          <ac:spMkLst>
            <pc:docMk/>
            <pc:sldMk cId="1913651356" sldId="256"/>
            <ac:spMk id="162" creationId="{DCC2C8D1-F33F-CE04-C68F-68947F062974}"/>
          </ac:spMkLst>
        </pc:spChg>
        <pc:spChg chg="add mod">
          <ac:chgData name="Malte Hansen" userId="e2fbc9eb-1f72-4e56-aacd-c5bbbe39b840" providerId="ADAL" clId="{A2F0E014-A1BD-493F-914B-9F6C0B0FEA44}" dt="2026-05-14T11:22:54.879" v="615" actId="1076"/>
          <ac:spMkLst>
            <pc:docMk/>
            <pc:sldMk cId="1913651356" sldId="256"/>
            <ac:spMk id="163" creationId="{BCBFEE1B-4640-C28E-E5D4-02F9564952D3}"/>
          </ac:spMkLst>
        </pc:spChg>
        <pc:spChg chg="add mod topLvl">
          <ac:chgData name="Malte Hansen" userId="e2fbc9eb-1f72-4e56-aacd-c5bbbe39b840" providerId="ADAL" clId="{A2F0E014-A1BD-493F-914B-9F6C0B0FEA44}" dt="2026-05-14T11:23:45.094" v="619" actId="164"/>
          <ac:spMkLst>
            <pc:docMk/>
            <pc:sldMk cId="1913651356" sldId="256"/>
            <ac:spMk id="164" creationId="{0DDDC372-56D0-F733-35EE-8A8318D98F7D}"/>
          </ac:spMkLst>
        </pc:spChg>
        <pc:spChg chg="add del mod">
          <ac:chgData name="Malte Hansen" userId="e2fbc9eb-1f72-4e56-aacd-c5bbbe39b840" providerId="ADAL" clId="{A2F0E014-A1BD-493F-914B-9F6C0B0FEA44}" dt="2026-05-14T11:20:34.277" v="592" actId="478"/>
          <ac:spMkLst>
            <pc:docMk/>
            <pc:sldMk cId="1913651356" sldId="256"/>
            <ac:spMk id="165" creationId="{626CA88C-7FEB-F802-78AF-2F47DF9600E9}"/>
          </ac:spMkLst>
        </pc:spChg>
        <pc:spChg chg="add del mod">
          <ac:chgData name="Malte Hansen" userId="e2fbc9eb-1f72-4e56-aacd-c5bbbe39b840" providerId="ADAL" clId="{A2F0E014-A1BD-493F-914B-9F6C0B0FEA44}" dt="2026-05-14T11:20:37.874" v="593" actId="478"/>
          <ac:spMkLst>
            <pc:docMk/>
            <pc:sldMk cId="1913651356" sldId="256"/>
            <ac:spMk id="166" creationId="{D3FD03BE-B787-B8A8-2212-3F9B24957F21}"/>
          </ac:spMkLst>
        </pc:spChg>
        <pc:spChg chg="add del mod">
          <ac:chgData name="Malte Hansen" userId="e2fbc9eb-1f72-4e56-aacd-c5bbbe39b840" providerId="ADAL" clId="{A2F0E014-A1BD-493F-914B-9F6C0B0FEA44}" dt="2026-05-14T11:20:29.719" v="590" actId="478"/>
          <ac:spMkLst>
            <pc:docMk/>
            <pc:sldMk cId="1913651356" sldId="256"/>
            <ac:spMk id="169" creationId="{43F8C14B-DE60-5F27-8D29-C62774FA7151}"/>
          </ac:spMkLst>
        </pc:spChg>
        <pc:spChg chg="add del mod">
          <ac:chgData name="Malte Hansen" userId="e2fbc9eb-1f72-4e56-aacd-c5bbbe39b840" providerId="ADAL" clId="{A2F0E014-A1BD-493F-914B-9F6C0B0FEA44}" dt="2026-05-14T11:20:25.189" v="589" actId="478"/>
          <ac:spMkLst>
            <pc:docMk/>
            <pc:sldMk cId="1913651356" sldId="256"/>
            <ac:spMk id="170" creationId="{85E8C84A-6AE7-4576-D472-7309B0675042}"/>
          </ac:spMkLst>
        </pc:spChg>
        <pc:grpChg chg="mod">
          <ac:chgData name="Malte Hansen" userId="e2fbc9eb-1f72-4e56-aacd-c5bbbe39b840" providerId="ADAL" clId="{A2F0E014-A1BD-493F-914B-9F6C0B0FEA44}" dt="2026-05-05T11:46:32.787" v="539" actId="164"/>
          <ac:grpSpMkLst>
            <pc:docMk/>
            <pc:sldMk cId="1913651356" sldId="256"/>
            <ac:grpSpMk id="135" creationId="{E4882EA7-5F48-A317-041F-C5F8798A6B09}"/>
          </ac:grpSpMkLst>
        </pc:grpChg>
        <pc:grpChg chg="add mod">
          <ac:chgData name="Malte Hansen" userId="e2fbc9eb-1f72-4e56-aacd-c5bbbe39b840" providerId="ADAL" clId="{A2F0E014-A1BD-493F-914B-9F6C0B0FEA44}" dt="2026-05-05T11:50:27.215" v="580" actId="164"/>
          <ac:grpSpMkLst>
            <pc:docMk/>
            <pc:sldMk cId="1913651356" sldId="256"/>
            <ac:grpSpMk id="168" creationId="{A7C52BBE-F462-0C7D-41CC-54BFEC41BD2A}"/>
          </ac:grpSpMkLst>
        </pc:grpChg>
        <pc:grpChg chg="add mod">
          <ac:chgData name="Malte Hansen" userId="e2fbc9eb-1f72-4e56-aacd-c5bbbe39b840" providerId="ADAL" clId="{A2F0E014-A1BD-493F-914B-9F6C0B0FEA44}" dt="2026-05-05T11:50:27.215" v="580" actId="164"/>
          <ac:grpSpMkLst>
            <pc:docMk/>
            <pc:sldMk cId="1913651356" sldId="256"/>
            <ac:grpSpMk id="190" creationId="{2F4DFEBD-3EA2-B74A-11D9-391147CC5163}"/>
          </ac:grpSpMkLst>
        </pc:grpChg>
        <pc:cxnChg chg="add mod">
          <ac:chgData name="Malte Hansen" userId="e2fbc9eb-1f72-4e56-aacd-c5bbbe39b840" providerId="ADAL" clId="{A2F0E014-A1BD-493F-914B-9F6C0B0FEA44}" dt="2026-05-14T11:23:34.374" v="618" actId="14100"/>
          <ac:cxnSpMkLst>
            <pc:docMk/>
            <pc:sldMk cId="1913651356" sldId="256"/>
            <ac:cxnSpMk id="8" creationId="{5E742A62-47A6-B777-AB6C-19C7AB104E93}"/>
          </ac:cxnSpMkLst>
        </pc:cxnChg>
        <pc:cxnChg chg="add mod">
          <ac:chgData name="Malte Hansen" userId="e2fbc9eb-1f72-4e56-aacd-c5bbbe39b840" providerId="ADAL" clId="{A2F0E014-A1BD-493F-914B-9F6C0B0FEA44}" dt="2026-05-14T11:23:27.926" v="617" actId="14100"/>
          <ac:cxnSpMkLst>
            <pc:docMk/>
            <pc:sldMk cId="1913651356" sldId="256"/>
            <ac:cxnSpMk id="9" creationId="{CDC24E0F-D927-84A7-3BA9-ABFFEA545859}"/>
          </ac:cxnSpMkLst>
        </pc:cxnChg>
        <pc:cxnChg chg="add mod">
          <ac:chgData name="Malte Hansen" userId="e2fbc9eb-1f72-4e56-aacd-c5bbbe39b840" providerId="ADAL" clId="{A2F0E014-A1BD-493F-914B-9F6C0B0FEA44}" dt="2026-05-14T11:22:54.879" v="615" actId="1076"/>
          <ac:cxnSpMkLst>
            <pc:docMk/>
            <pc:sldMk cId="1913651356" sldId="256"/>
            <ac:cxnSpMk id="91" creationId="{E48BAD00-07BD-7CEF-CDC4-E4096CB492A6}"/>
          </ac:cxnSpMkLst>
        </pc:cxnChg>
        <pc:cxnChg chg="add mod">
          <ac:chgData name="Malte Hansen" userId="e2fbc9eb-1f72-4e56-aacd-c5bbbe39b840" providerId="ADAL" clId="{A2F0E014-A1BD-493F-914B-9F6C0B0FEA44}" dt="2026-05-14T11:23:07.330" v="616" actId="1076"/>
          <ac:cxnSpMkLst>
            <pc:docMk/>
            <pc:sldMk cId="1913651356" sldId="256"/>
            <ac:cxnSpMk id="93" creationId="{116D635F-2556-2A47-9979-A6346FDDEBDB}"/>
          </ac:cxnSpMkLst>
        </pc:cxnChg>
        <pc:cxnChg chg="add mod">
          <ac:chgData name="Malte Hansen" userId="e2fbc9eb-1f72-4e56-aacd-c5bbbe39b840" providerId="ADAL" clId="{A2F0E014-A1BD-493F-914B-9F6C0B0FEA44}" dt="2026-05-05T11:38:00.052" v="504" actId="1076"/>
          <ac:cxnSpMkLst>
            <pc:docMk/>
            <pc:sldMk cId="1913651356" sldId="256"/>
            <ac:cxnSpMk id="97" creationId="{6F7C95D4-84FA-3A61-189E-F624859D4D19}"/>
          </ac:cxnSpMkLst>
        </pc:cxnChg>
        <pc:cxnChg chg="add mod">
          <ac:chgData name="Malte Hansen" userId="e2fbc9eb-1f72-4e56-aacd-c5bbbe39b840" providerId="ADAL" clId="{A2F0E014-A1BD-493F-914B-9F6C0B0FEA44}" dt="2026-05-05T11:38:00.052" v="504" actId="1076"/>
          <ac:cxnSpMkLst>
            <pc:docMk/>
            <pc:sldMk cId="1913651356" sldId="256"/>
            <ac:cxnSpMk id="99" creationId="{59A45D60-C73F-77B9-350D-DF2241CF00C4}"/>
          </ac:cxnSpMkLst>
        </pc:cxnChg>
        <pc:cxnChg chg="add mod">
          <ac:chgData name="Malte Hansen" userId="e2fbc9eb-1f72-4e56-aacd-c5bbbe39b840" providerId="ADAL" clId="{A2F0E014-A1BD-493F-914B-9F6C0B0FEA44}" dt="2026-05-14T11:21:54.279" v="607" actId="1076"/>
          <ac:cxnSpMkLst>
            <pc:docMk/>
            <pc:sldMk cId="1913651356" sldId="256"/>
            <ac:cxnSpMk id="105" creationId="{09528B6D-8DE4-6E3F-5D7A-3A5B4737B2D2}"/>
          </ac:cxnSpMkLst>
        </pc:cxnChg>
        <pc:cxnChg chg="add mod">
          <ac:chgData name="Malte Hansen" userId="e2fbc9eb-1f72-4e56-aacd-c5bbbe39b840" providerId="ADAL" clId="{A2F0E014-A1BD-493F-914B-9F6C0B0FEA44}" dt="2026-05-14T11:21:46.693" v="605" actId="1076"/>
          <ac:cxnSpMkLst>
            <pc:docMk/>
            <pc:sldMk cId="1913651356" sldId="256"/>
            <ac:cxnSpMk id="107" creationId="{8B0DAAC8-93F6-32EF-14E9-2AD2823CE3A4}"/>
          </ac:cxnSpMkLst>
        </pc:cxnChg>
        <pc:cxnChg chg="add mod">
          <ac:chgData name="Malte Hansen" userId="e2fbc9eb-1f72-4e56-aacd-c5bbbe39b840" providerId="ADAL" clId="{A2F0E014-A1BD-493F-914B-9F6C0B0FEA44}" dt="2026-05-14T11:22:54.879" v="615" actId="1076"/>
          <ac:cxnSpMkLst>
            <pc:docMk/>
            <pc:sldMk cId="1913651356" sldId="256"/>
            <ac:cxnSpMk id="126" creationId="{92FD11D7-D04C-2731-C33A-3E1C75E2B907}"/>
          </ac:cxnSpMkLst>
        </pc:cxnChg>
        <pc:cxnChg chg="add mod">
          <ac:chgData name="Malte Hansen" userId="e2fbc9eb-1f72-4e56-aacd-c5bbbe39b840" providerId="ADAL" clId="{A2F0E014-A1BD-493F-914B-9F6C0B0FEA44}" dt="2026-05-14T11:23:07.330" v="616" actId="1076"/>
          <ac:cxnSpMkLst>
            <pc:docMk/>
            <pc:sldMk cId="1913651356" sldId="256"/>
            <ac:cxnSpMk id="128" creationId="{18F41E54-DDFD-62CD-5A65-2A27F6D5013F}"/>
          </ac:cxnSpMkLst>
        </pc:cxnChg>
        <pc:cxnChg chg="add del mod">
          <ac:chgData name="Malte Hansen" userId="e2fbc9eb-1f72-4e56-aacd-c5bbbe39b840" providerId="ADAL" clId="{A2F0E014-A1BD-493F-914B-9F6C0B0FEA44}" dt="2026-05-14T11:19:18.470" v="587" actId="478"/>
          <ac:cxnSpMkLst>
            <pc:docMk/>
            <pc:sldMk cId="1913651356" sldId="256"/>
            <ac:cxnSpMk id="137" creationId="{40D65F85-F15F-DA78-652A-D568732B2590}"/>
          </ac:cxnSpMkLst>
        </pc:cxnChg>
        <pc:cxnChg chg="add del mod">
          <ac:chgData name="Malte Hansen" userId="e2fbc9eb-1f72-4e56-aacd-c5bbbe39b840" providerId="ADAL" clId="{A2F0E014-A1BD-493F-914B-9F6C0B0FEA44}" dt="2026-05-14T11:19:20.992" v="588" actId="478"/>
          <ac:cxnSpMkLst>
            <pc:docMk/>
            <pc:sldMk cId="1913651356" sldId="256"/>
            <ac:cxnSpMk id="140" creationId="{8B0CC4CE-67D3-0A47-76D8-6E2B2E54F4EF}"/>
          </ac:cxnSpMkLst>
        </pc:cxnChg>
        <pc:cxnChg chg="add del mod">
          <ac:chgData name="Malte Hansen" userId="e2fbc9eb-1f72-4e56-aacd-c5bbbe39b840" providerId="ADAL" clId="{A2F0E014-A1BD-493F-914B-9F6C0B0FEA44}" dt="2026-05-14T11:19:07.883" v="584" actId="478"/>
          <ac:cxnSpMkLst>
            <pc:docMk/>
            <pc:sldMk cId="1913651356" sldId="256"/>
            <ac:cxnSpMk id="151" creationId="{1EC051D2-1A9B-15C4-E2BB-B3B84FDEAF61}"/>
          </ac:cxnSpMkLst>
        </pc:cxnChg>
        <pc:cxnChg chg="add del mod">
          <ac:chgData name="Malte Hansen" userId="e2fbc9eb-1f72-4e56-aacd-c5bbbe39b840" providerId="ADAL" clId="{A2F0E014-A1BD-493F-914B-9F6C0B0FEA44}" dt="2026-05-14T11:19:10.883" v="585" actId="478"/>
          <ac:cxnSpMkLst>
            <pc:docMk/>
            <pc:sldMk cId="1913651356" sldId="256"/>
            <ac:cxnSpMk id="153" creationId="{83D77EE4-DFD9-A016-238B-67777944B90B}"/>
          </ac:cxnSpMkLst>
        </pc:cxnChg>
        <pc:cxnChg chg="add del mod">
          <ac:chgData name="Malte Hansen" userId="e2fbc9eb-1f72-4e56-aacd-c5bbbe39b840" providerId="ADAL" clId="{A2F0E014-A1BD-493F-914B-9F6C0B0FEA44}" dt="2026-05-14T11:20:42.165" v="594" actId="478"/>
          <ac:cxnSpMkLst>
            <pc:docMk/>
            <pc:sldMk cId="1913651356" sldId="256"/>
            <ac:cxnSpMk id="174" creationId="{B7BFDD0F-7086-183A-DAB7-9D73635F9DA3}"/>
          </ac:cxnSpMkLst>
        </pc:cxnChg>
        <pc:cxnChg chg="add del mod">
          <ac:chgData name="Malte Hansen" userId="e2fbc9eb-1f72-4e56-aacd-c5bbbe39b840" providerId="ADAL" clId="{A2F0E014-A1BD-493F-914B-9F6C0B0FEA44}" dt="2026-05-14T11:21:20.565" v="599" actId="478"/>
          <ac:cxnSpMkLst>
            <pc:docMk/>
            <pc:sldMk cId="1913651356" sldId="256"/>
            <ac:cxnSpMk id="178" creationId="{E2AFF61A-6168-8EC2-797E-76804261AE05}"/>
          </ac:cxnSpMkLst>
        </pc:cxnChg>
        <pc:cxnChg chg="add del mod">
          <ac:chgData name="Malte Hansen" userId="e2fbc9eb-1f72-4e56-aacd-c5bbbe39b840" providerId="ADAL" clId="{A2F0E014-A1BD-493F-914B-9F6C0B0FEA44}" dt="2026-05-14T11:21:57.343" v="608" actId="478"/>
          <ac:cxnSpMkLst>
            <pc:docMk/>
            <pc:sldMk cId="1913651356" sldId="256"/>
            <ac:cxnSpMk id="187" creationId="{8B84FD31-98BE-6E29-07F3-6F78702A468F}"/>
          </ac:cxnSpMkLst>
        </pc:cxnChg>
        <pc:cxnChg chg="add del mod">
          <ac:chgData name="Malte Hansen" userId="e2fbc9eb-1f72-4e56-aacd-c5bbbe39b840" providerId="ADAL" clId="{A2F0E014-A1BD-493F-914B-9F6C0B0FEA44}" dt="2026-05-14T11:21:33.979" v="602" actId="478"/>
          <ac:cxnSpMkLst>
            <pc:docMk/>
            <pc:sldMk cId="1913651356" sldId="256"/>
            <ac:cxnSpMk id="189" creationId="{8D7AD381-D604-4EA7-02BB-D2FBD222C659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787CFE-0BD1-49B8-81EA-EE46B429A588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8A1055-2B08-42B8-8EC1-7FEACF9FA93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0170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A1055-2B08-42B8-8EC1-7FEACF9FA934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00186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66ABE-15B1-51FC-1C40-9C9347C36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4C89E-D270-372A-6F21-DC01AA84C7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888DC-A203-AF8A-7923-91465ABD1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1C530-E1B5-6CE9-9FE0-6B212293D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ED294-480E-80FE-E4FC-484CE505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9810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0F65C-7006-70D0-6822-ED21DB9FD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2AB8B-A5A0-47CD-1664-367421700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CD221-E617-D89F-D0A5-149009FC1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7BBBF-35E2-E201-2E74-0C5D32FD9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01FEB-E735-5C16-18E9-4F76FCBA7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39476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CE4FA-AC45-0AB0-42D0-03B480784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240EAB-4CBD-50E8-6377-134585A7B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489B8-6CD2-110C-CC19-8D82BAB1E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733170-0867-1F8D-E073-F00087E0F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0F9E2-D4CF-EC6E-4A6A-D3BE8AC77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52126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C79DC-C693-031C-5567-90CB333E1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893840-CE04-F683-0D90-6B02EC158E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00CF0A-9817-B333-E915-EEA34C2F3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145CE4-B422-EBD9-B9E1-04E955556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7E30C-10B0-FD7C-DFEA-B3EF6B87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D0CF36-5CE9-076B-116F-6F9CE8A18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4137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9186B-EB0B-AEB0-BCC4-C0F12AB8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EC22E8-5F97-E68D-6509-4646A6276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D79BDB-DDE0-B285-6FB6-6136621C41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882307-7D6E-37DE-B769-2285A81CF6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4D17F-72BA-DD78-9C96-9E42CC6411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A07C7C-BC7D-6C66-7F47-6C5475E93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011A6C-F4C6-D38D-4B92-1D7FEF970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5821A7-87BB-464D-9C6A-F226C49B3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815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F5DE3-F586-549A-DD85-FFC0B402E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5D9059-D254-C80E-4E39-525263D20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DCA19E-C36E-BD76-9238-D708CEDC9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6B070E-653C-E8D5-01C3-5A3F09362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796967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C8D760-199C-7433-A99A-2BA34772C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2AB594-0467-0179-A7BC-4C2F12CF5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4CDA1-3DBD-608A-89FF-2A476D051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70760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111B4-5652-DE80-7B40-DDB879AFD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512E9-410A-DBAF-A5E7-448CF9E54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FE051-B13E-3C0B-F399-14119F68C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E85B6B-4ED4-E0AA-5E56-C8343BA81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F797F3-A4A5-00D4-961D-06B8F8D17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13687F-2DAE-2A7B-FFE1-F29CB8FA9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9380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7DBD7-1E40-23C2-B2C3-EDAC14A0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E2CA9A-A53E-5089-8157-02717D4591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C6958C-952D-7A0F-8D13-E757BFF7C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12C04B-C1CE-C752-3E9B-20BC5ED7F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DB3823-83C8-40D0-4A8A-985ADF351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8EE7A-85A6-8BAA-7346-26F1C07BB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263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71EA7-6F66-F197-F1C0-BEF78D93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F92840-D2F5-404E-50F5-70CAEF3A4C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E100E-B586-245E-3ACF-BE7AAE48D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846E4-323E-E38F-00E5-33B6F8D4A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AC1CF-3D9C-B139-8623-803F5E2C4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11103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19782D-17F3-5C69-260D-199A503036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5BBDD-D59F-26A1-D183-36DC7CD6CC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67BA2-F5AF-BE73-3BF6-31200A158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F1E64-D704-E40A-B629-C0B8128E8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D79B7-A1A3-5091-C2B1-6E421D944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28404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88701D-1F7D-B215-2A0D-DB1C25935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BD3A3B-5B2C-A502-E443-60C3686FB6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827CC-24AE-5580-10C9-EC1ECE3995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906CCD-8861-419E-A404-81090EBDE48E}" type="datetimeFigureOut">
              <a:rPr lang="en-DK" smtClean="0"/>
              <a:t>14/05/2026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47413-6756-2444-E6A5-F2B0C45A2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EAC8D-357E-D3CF-18CF-00B6EE481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3F7C5C-CD73-4CD6-AB0A-2E18178F8E7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331449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D117CD8-85D8-B923-09BA-94C97C1B3774}"/>
              </a:ext>
            </a:extLst>
          </p:cNvPr>
          <p:cNvGrpSpPr/>
          <p:nvPr/>
        </p:nvGrpSpPr>
        <p:grpSpPr>
          <a:xfrm>
            <a:off x="1281477" y="2110909"/>
            <a:ext cx="9629046" cy="2636179"/>
            <a:chOff x="1281477" y="2110909"/>
            <a:chExt cx="9629046" cy="263617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D0F8105A-A570-D521-28A7-7D375D73F45C}"/>
                </a:ext>
              </a:extLst>
            </p:cNvPr>
            <p:cNvSpPr/>
            <p:nvPr/>
          </p:nvSpPr>
          <p:spPr>
            <a:xfrm>
              <a:off x="4588731" y="2662122"/>
              <a:ext cx="3018701" cy="1625382"/>
            </a:xfrm>
            <a:prstGeom prst="round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814767B-0783-F40C-C088-0D3F8E6482AE}"/>
                </a:ext>
              </a:extLst>
            </p:cNvPr>
            <p:cNvSpPr/>
            <p:nvPr/>
          </p:nvSpPr>
          <p:spPr>
            <a:xfrm>
              <a:off x="4724680" y="3095733"/>
              <a:ext cx="1178399" cy="757459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Core,  Heavy Water</a:t>
              </a:r>
              <a:endParaRPr lang="en-DK" sz="1400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0D813E4-EC22-E518-18EB-5E5DE4C554F8}"/>
                </a:ext>
              </a:extLst>
            </p:cNvPr>
            <p:cNvSpPr/>
            <p:nvPr/>
          </p:nvSpPr>
          <p:spPr>
            <a:xfrm>
              <a:off x="8078020" y="3090259"/>
              <a:ext cx="1178399" cy="757459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Heat Exchanger</a:t>
              </a:r>
              <a:endParaRPr lang="en-DK" sz="1400" dirty="0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2BCEB2F-12D8-D5B4-1834-87486F885E98}"/>
                </a:ext>
              </a:extLst>
            </p:cNvPr>
            <p:cNvSpPr/>
            <p:nvPr/>
          </p:nvSpPr>
          <p:spPr>
            <a:xfrm rot="5400000">
              <a:off x="7389875" y="2157358"/>
              <a:ext cx="503405" cy="410508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sp>
          <p:nvSpPr>
            <p:cNvPr id="7" name="Isosceles Triangle 6">
              <a:extLst>
                <a:ext uri="{FF2B5EF4-FFF2-40B4-BE49-F238E27FC236}">
                  <a16:creationId xmlns:a16="http://schemas.microsoft.com/office/drawing/2014/main" id="{C5D8EAD3-B018-605A-1B0C-E2218D1A91B2}"/>
                </a:ext>
              </a:extLst>
            </p:cNvPr>
            <p:cNvSpPr/>
            <p:nvPr/>
          </p:nvSpPr>
          <p:spPr>
            <a:xfrm rot="16200000">
              <a:off x="7381662" y="4290132"/>
              <a:ext cx="503405" cy="410508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9CC57FA-F63C-464C-AC90-408AD39B565A}"/>
                </a:ext>
              </a:extLst>
            </p:cNvPr>
            <p:cNvSpPr/>
            <p:nvPr/>
          </p:nvSpPr>
          <p:spPr>
            <a:xfrm>
              <a:off x="9732124" y="3090259"/>
              <a:ext cx="1178399" cy="757459"/>
            </a:xfrm>
            <a:prstGeom prst="roundRect">
              <a:avLst/>
            </a:prstGeom>
            <a:effectLst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Helium Coolant</a:t>
              </a:r>
              <a:endParaRPr lang="en-DK" sz="1400" dirty="0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4D832E5E-136E-5381-B4A6-510DCE1FEF0C}"/>
                </a:ext>
              </a:extLst>
            </p:cNvPr>
            <p:cNvSpPr/>
            <p:nvPr/>
          </p:nvSpPr>
          <p:spPr>
            <a:xfrm>
              <a:off x="2935583" y="3072615"/>
              <a:ext cx="1178399" cy="757459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Heat Exchanger</a:t>
              </a:r>
              <a:endParaRPr lang="en-DK" sz="1400" dirty="0"/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FFE57D5-58A5-4A89-EFB5-F0F4C179224D}"/>
                </a:ext>
              </a:extLst>
            </p:cNvPr>
            <p:cNvSpPr/>
            <p:nvPr/>
          </p:nvSpPr>
          <p:spPr>
            <a:xfrm>
              <a:off x="1281477" y="3090259"/>
              <a:ext cx="1178399" cy="757459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400" dirty="0">
                  <a:cs typeface="Aldhabi" panose="01000000000000000000" pitchFamily="2" charset="-78"/>
                </a:rPr>
                <a:t>Light Water Coolant</a:t>
              </a:r>
              <a:endParaRPr lang="en-DK" sz="1400" dirty="0">
                <a:cs typeface="Aldhabi" panose="01000000000000000000" pitchFamily="2" charset="-78"/>
              </a:endParaRPr>
            </a:p>
          </p:txBody>
        </p:sp>
        <p:sp>
          <p:nvSpPr>
            <p:cNvPr id="111" name="Rectangle: Rounded Corners 110">
              <a:extLst>
                <a:ext uri="{FF2B5EF4-FFF2-40B4-BE49-F238E27FC236}">
                  <a16:creationId xmlns:a16="http://schemas.microsoft.com/office/drawing/2014/main" id="{2D86E45E-E479-1CC8-4526-F561E796C416}"/>
                </a:ext>
              </a:extLst>
            </p:cNvPr>
            <p:cNvSpPr/>
            <p:nvPr/>
          </p:nvSpPr>
          <p:spPr>
            <a:xfrm>
              <a:off x="6288922" y="3090258"/>
              <a:ext cx="1178399" cy="757459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Core, Fuel</a:t>
              </a:r>
              <a:endParaRPr lang="en-DK" sz="1400" dirty="0"/>
            </a:p>
          </p:txBody>
        </p:sp>
        <p:cxnSp>
          <p:nvCxnSpPr>
            <p:cNvPr id="91" name="Connector: Curved 90">
              <a:extLst>
                <a:ext uri="{FF2B5EF4-FFF2-40B4-BE49-F238E27FC236}">
                  <a16:creationId xmlns:a16="http://schemas.microsoft.com/office/drawing/2014/main" id="{E48BAD00-07BD-7CEF-CDC4-E4096CB492A6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7846832" y="2362612"/>
              <a:ext cx="654398" cy="722172"/>
            </a:xfrm>
            <a:prstGeom prst="curvedConnector2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3" name="Connector: Curved 92">
              <a:extLst>
                <a:ext uri="{FF2B5EF4-FFF2-40B4-BE49-F238E27FC236}">
                  <a16:creationId xmlns:a16="http://schemas.microsoft.com/office/drawing/2014/main" id="{116D635F-2556-2A47-9979-A6346FDDEBDB}"/>
                </a:ext>
              </a:extLst>
            </p:cNvPr>
            <p:cNvCxnSpPr>
              <a:cxnSpLocks/>
              <a:endCxn id="7" idx="3"/>
            </p:cNvCxnSpPr>
            <p:nvPr/>
          </p:nvCxnSpPr>
          <p:spPr>
            <a:xfrm rot="5400000">
              <a:off x="7844721" y="3847089"/>
              <a:ext cx="642196" cy="654399"/>
            </a:xfrm>
            <a:prstGeom prst="curvedConnector2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7" name="Connector: Curved 96">
              <a:extLst>
                <a:ext uri="{FF2B5EF4-FFF2-40B4-BE49-F238E27FC236}">
                  <a16:creationId xmlns:a16="http://schemas.microsoft.com/office/drawing/2014/main" id="{6F7C95D4-84FA-3A61-189E-F624859D4D19}"/>
                </a:ext>
              </a:extLst>
            </p:cNvPr>
            <p:cNvCxnSpPr>
              <a:stCxn id="5" idx="0"/>
              <a:endCxn id="24" idx="0"/>
            </p:cNvCxnSpPr>
            <p:nvPr/>
          </p:nvCxnSpPr>
          <p:spPr>
            <a:xfrm rot="5400000" flipH="1" flipV="1">
              <a:off x="9493917" y="2263207"/>
              <a:ext cx="10947" cy="1654105"/>
            </a:xfrm>
            <a:prstGeom prst="curved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9" name="Connector: Curved 98">
              <a:extLst>
                <a:ext uri="{FF2B5EF4-FFF2-40B4-BE49-F238E27FC236}">
                  <a16:creationId xmlns:a16="http://schemas.microsoft.com/office/drawing/2014/main" id="{59A45D60-C73F-77B9-350D-DF2241CF00C4}"/>
                </a:ext>
              </a:extLst>
            </p:cNvPr>
            <p:cNvCxnSpPr>
              <a:stCxn id="24" idx="2"/>
              <a:endCxn id="5" idx="2"/>
            </p:cNvCxnSpPr>
            <p:nvPr/>
          </p:nvCxnSpPr>
          <p:spPr>
            <a:xfrm rot="5400000">
              <a:off x="9493918" y="3020666"/>
              <a:ext cx="10947" cy="1654105"/>
            </a:xfrm>
            <a:prstGeom prst="curved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5" name="Connector: Curved 104">
              <a:extLst>
                <a:ext uri="{FF2B5EF4-FFF2-40B4-BE49-F238E27FC236}">
                  <a16:creationId xmlns:a16="http://schemas.microsoft.com/office/drawing/2014/main" id="{09528B6D-8DE4-6E3F-5D7A-3A5B4737B2D2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540918" y="2254384"/>
              <a:ext cx="17644" cy="1654106"/>
            </a:xfrm>
            <a:prstGeom prst="curvedConnector3">
              <a:avLst>
                <a:gd name="adj1" fmla="val -1116811"/>
              </a:avLst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07" name="Connector: Curved 106">
              <a:extLst>
                <a:ext uri="{FF2B5EF4-FFF2-40B4-BE49-F238E27FC236}">
                  <a16:creationId xmlns:a16="http://schemas.microsoft.com/office/drawing/2014/main" id="{8B0DAAC8-93F6-32EF-14E9-2AD2823CE3A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540918" y="3011843"/>
              <a:ext cx="17644" cy="1654106"/>
            </a:xfrm>
            <a:prstGeom prst="curvedConnector3">
              <a:avLst>
                <a:gd name="adj1" fmla="val -1116811"/>
              </a:avLst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6" name="Connector: Curved 125">
              <a:extLst>
                <a:ext uri="{FF2B5EF4-FFF2-40B4-BE49-F238E27FC236}">
                  <a16:creationId xmlns:a16="http://schemas.microsoft.com/office/drawing/2014/main" id="{92FD11D7-D04C-2731-C33A-3E1C75E2B907}"/>
                </a:ext>
              </a:extLst>
            </p:cNvPr>
            <p:cNvCxnSpPr>
              <a:cxnSpLocks/>
              <a:endCxn id="6" idx="3"/>
            </p:cNvCxnSpPr>
            <p:nvPr/>
          </p:nvCxnSpPr>
          <p:spPr>
            <a:xfrm rot="5400000" flipH="1" flipV="1">
              <a:off x="6713141" y="2361603"/>
              <a:ext cx="722171" cy="724192"/>
            </a:xfrm>
            <a:prstGeom prst="curvedConnector2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8" name="Connector: Curved 127">
              <a:extLst>
                <a:ext uri="{FF2B5EF4-FFF2-40B4-BE49-F238E27FC236}">
                  <a16:creationId xmlns:a16="http://schemas.microsoft.com/office/drawing/2014/main" id="{18F41E54-DDFD-62CD-5A65-2A27F6D5013F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rot="10800000">
              <a:off x="6703920" y="3853190"/>
              <a:ext cx="724191" cy="642196"/>
            </a:xfrm>
            <a:prstGeom prst="curvedConnector2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32" name="Arrow: Left-Right 131">
              <a:extLst>
                <a:ext uri="{FF2B5EF4-FFF2-40B4-BE49-F238E27FC236}">
                  <a16:creationId xmlns:a16="http://schemas.microsoft.com/office/drawing/2014/main" id="{3469F32C-EAF8-74C6-BC2A-18B72550A539}"/>
                </a:ext>
              </a:extLst>
            </p:cNvPr>
            <p:cNvSpPr/>
            <p:nvPr/>
          </p:nvSpPr>
          <p:spPr>
            <a:xfrm>
              <a:off x="5903079" y="3440407"/>
              <a:ext cx="385843" cy="79316"/>
            </a:xfrm>
            <a:prstGeom prst="leftRightArrow">
              <a:avLst/>
            </a:prstGeom>
            <a:solidFill>
              <a:schemeClr val="accent4"/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DCC2C8D1-F33F-CE04-C68F-68947F062974}"/>
                </a:ext>
              </a:extLst>
            </p:cNvPr>
            <p:cNvSpPr txBox="1"/>
            <p:nvPr/>
          </p:nvSpPr>
          <p:spPr>
            <a:xfrm>
              <a:off x="5798180" y="2672626"/>
              <a:ext cx="5605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Core</a:t>
              </a:r>
              <a:endParaRPr lang="en-DK" sz="14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BCBFEE1B-4640-C28E-E5D4-02F9564952D3}"/>
                    </a:ext>
                  </a:extLst>
                </p:cNvPr>
                <p:cNvSpPr txBox="1"/>
                <p:nvPr/>
              </p:nvSpPr>
              <p:spPr>
                <a:xfrm>
                  <a:off x="7351393" y="2140299"/>
                  <a:ext cx="4115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oMath>
                    </m:oMathPara>
                  </a14:m>
                  <a:endParaRPr lang="en-DK" dirty="0"/>
                </a:p>
              </p:txBody>
            </p:sp>
          </mc:Choice>
          <mc:Fallback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BCBFEE1B-4640-C28E-E5D4-02F9564952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51393" y="2140299"/>
                  <a:ext cx="41158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K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0DDDC372-56D0-F733-35EE-8A8318D98F7D}"/>
                    </a:ext>
                  </a:extLst>
                </p:cNvPr>
                <p:cNvSpPr txBox="1"/>
                <p:nvPr/>
              </p:nvSpPr>
              <p:spPr>
                <a:xfrm>
                  <a:off x="7499738" y="4273927"/>
                  <a:ext cx="4115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oMath>
                    </m:oMathPara>
                  </a14:m>
                  <a:endParaRPr lang="en-DK" dirty="0"/>
                </a:p>
              </p:txBody>
            </p:sp>
          </mc:Choice>
          <mc:Fallback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0DDDC372-56D0-F733-35EE-8A8318D98F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9738" y="4273927"/>
                  <a:ext cx="41158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K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5E742A62-47A6-B777-AB6C-19C7AB104E93}"/>
                </a:ext>
              </a:extLst>
            </p:cNvPr>
            <p:cNvCxnSpPr/>
            <p:nvPr/>
          </p:nvCxnSpPr>
          <p:spPr>
            <a:xfrm rot="5400000" flipH="1" flipV="1">
              <a:off x="4513164" y="3029486"/>
              <a:ext cx="17644" cy="1654106"/>
            </a:xfrm>
            <a:prstGeom prst="curvedConnector3">
              <a:avLst>
                <a:gd name="adj1" fmla="val -3854732"/>
              </a:avLst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CDC24E0F-D927-84A7-3BA9-ABFFEA545859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4480601" y="2230934"/>
              <a:ext cx="17644" cy="1654106"/>
            </a:xfrm>
            <a:prstGeom prst="curvedConnector3">
              <a:avLst>
                <a:gd name="adj1" fmla="val -3691759"/>
              </a:avLst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136513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1fd1d36-fecb-47ca-b7d7-d0df0370a198}" enabled="0" method="" siteId="{61fd1d36-fecb-47ca-b7d7-d0df0370a19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20</Words>
  <Application>Microsoft Office PowerPoint</Application>
  <PresentationFormat>Widescreen</PresentationFormat>
  <Paragraphs>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Aldhabi</vt:lpstr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Malte Hansen</dc:creator>
  <cp:lastModifiedBy>Malte Hansen</cp:lastModifiedBy>
  <cp:revision>1</cp:revision>
  <dcterms:created xsi:type="dcterms:W3CDTF">2026-05-05T10:40:50Z</dcterms:created>
  <dcterms:modified xsi:type="dcterms:W3CDTF">2026-05-14T11:23:49Z</dcterms:modified>
</cp:coreProperties>
</file>